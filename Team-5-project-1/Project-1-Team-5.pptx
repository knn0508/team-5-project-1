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World Bold" charset="1" panose="020B0800040000020004"/>
      <p:regular r:id="rId15"/>
    </p:embeddedFont>
    <p:embeddedFont>
      <p:font typeface="Helvetica World" charset="1" panose="020B050004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8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6.png" Type="http://schemas.openxmlformats.org/officeDocument/2006/relationships/imag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3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1.jpe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9864"/>
            <a:chOff x="0" y="0"/>
            <a:chExt cx="24384000" cy="1906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26" cy="1906524"/>
            </a:xfrm>
            <a:custGeom>
              <a:avLst/>
              <a:gdLst/>
              <a:ahLst/>
              <a:cxnLst/>
              <a:rect r="r" b="b" t="t" l="l"/>
              <a:pathLst>
                <a:path h="1906524" w="24384026">
                  <a:moveTo>
                    <a:pt x="0" y="0"/>
                  </a:moveTo>
                  <a:lnTo>
                    <a:pt x="24384026" y="0"/>
                  </a:lnTo>
                  <a:lnTo>
                    <a:pt x="24384026" y="1906524"/>
                  </a:lnTo>
                  <a:lnTo>
                    <a:pt x="0" y="1906524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0979" y="341820"/>
            <a:ext cx="6476636" cy="746224"/>
            <a:chOff x="0" y="0"/>
            <a:chExt cx="8635515" cy="9949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35509" cy="994958"/>
            </a:xfrm>
            <a:custGeom>
              <a:avLst/>
              <a:gdLst/>
              <a:ahLst/>
              <a:cxnLst/>
              <a:rect r="r" b="b" t="t" l="l"/>
              <a:pathLst>
                <a:path h="994958" w="8635509">
                  <a:moveTo>
                    <a:pt x="0" y="0"/>
                  </a:moveTo>
                  <a:lnTo>
                    <a:pt x="8635509" y="0"/>
                  </a:lnTo>
                  <a:lnTo>
                    <a:pt x="8635509" y="994958"/>
                  </a:lnTo>
                  <a:lnTo>
                    <a:pt x="0" y="99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22" r="9264" b="-802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8635515" cy="1004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Azure 3-Tier E-Commerce Application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89080" y="209531"/>
            <a:ext cx="1405661" cy="1010802"/>
            <a:chOff x="0" y="0"/>
            <a:chExt cx="692506" cy="497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2511" cy="497981"/>
            </a:xfrm>
            <a:custGeom>
              <a:avLst/>
              <a:gdLst/>
              <a:ahLst/>
              <a:cxnLst/>
              <a:rect r="r" b="b" t="t" l="l"/>
              <a:pathLst>
                <a:path h="497981" w="692511">
                  <a:moveTo>
                    <a:pt x="0" y="0"/>
                  </a:moveTo>
                  <a:lnTo>
                    <a:pt x="692511" y="0"/>
                  </a:lnTo>
                  <a:lnTo>
                    <a:pt x="692511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335" t="0" r="8112" b="272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92506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929" y="2802541"/>
            <a:ext cx="5376167" cy="2682622"/>
            <a:chOff x="0" y="0"/>
            <a:chExt cx="7168223" cy="35768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68220" cy="3576828"/>
            </a:xfrm>
            <a:custGeom>
              <a:avLst/>
              <a:gdLst/>
              <a:ahLst/>
              <a:cxnLst/>
              <a:rect r="r" b="b" t="t" l="l"/>
              <a:pathLst>
                <a:path h="3576828" w="7168220">
                  <a:moveTo>
                    <a:pt x="0" y="0"/>
                  </a:moveTo>
                  <a:lnTo>
                    <a:pt x="7168220" y="0"/>
                  </a:lnTo>
                  <a:lnTo>
                    <a:pt x="7168220" y="3576828"/>
                  </a:lnTo>
                  <a:lnTo>
                    <a:pt x="0" y="35768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34" t="0" r="-9034" b="778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168223" cy="3624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61"/>
                </a:lnSpc>
              </a:pPr>
              <a:r>
                <a:rPr lang="en-US" sz="4308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Azure 3-Tier</a:t>
              </a:r>
            </a:p>
            <a:p>
              <a:pPr algn="l">
                <a:lnSpc>
                  <a:spcPts val="5561"/>
                </a:lnSpc>
              </a:pPr>
              <a:r>
                <a:rPr lang="en-US" sz="4308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E-Commerce Application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929" y="5562181"/>
            <a:ext cx="5376167" cy="926136"/>
            <a:chOff x="0" y="0"/>
            <a:chExt cx="7168223" cy="12348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68220" cy="1234841"/>
            </a:xfrm>
            <a:custGeom>
              <a:avLst/>
              <a:gdLst/>
              <a:ahLst/>
              <a:cxnLst/>
              <a:rect r="r" b="b" t="t" l="l"/>
              <a:pathLst>
                <a:path h="1234841" w="7168220">
                  <a:moveTo>
                    <a:pt x="0" y="0"/>
                  </a:moveTo>
                  <a:lnTo>
                    <a:pt x="7168220" y="0"/>
                  </a:lnTo>
                  <a:lnTo>
                    <a:pt x="7168220" y="1234841"/>
                  </a:lnTo>
                  <a:lnTo>
                    <a:pt x="0" y="12348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80" r="0" b="-563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168223" cy="1234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5"/>
                </a:lnSpc>
              </a:pPr>
              <a:r>
                <a:rPr lang="en-US" sz="2154" b="true">
                  <a:solidFill>
                    <a:srgbClr val="0078D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Frontend + Backend + Database on Azure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150" y="6977945"/>
            <a:ext cx="5376167" cy="447955"/>
            <a:chOff x="0" y="0"/>
            <a:chExt cx="7168223" cy="5972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68220" cy="597275"/>
            </a:xfrm>
            <a:custGeom>
              <a:avLst/>
              <a:gdLst/>
              <a:ahLst/>
              <a:cxnLst/>
              <a:rect r="r" b="b" t="t" l="l"/>
              <a:pathLst>
                <a:path h="597275" w="7168220">
                  <a:moveTo>
                    <a:pt x="0" y="0"/>
                  </a:moveTo>
                  <a:lnTo>
                    <a:pt x="7168220" y="0"/>
                  </a:lnTo>
                  <a:lnTo>
                    <a:pt x="7168220" y="597275"/>
                  </a:lnTo>
                  <a:lnTo>
                    <a:pt x="0" y="5972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546" r="0" b="-1721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168223" cy="606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4"/>
                </a:lnSpc>
              </a:pPr>
              <a:r>
                <a:rPr lang="en-US" sz="179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79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79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Secure (HTTPS &amp; Routing)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71929" y="7029231"/>
            <a:ext cx="343157" cy="326012"/>
            <a:chOff x="0" y="0"/>
            <a:chExt cx="457543" cy="434683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57581" cy="434721"/>
            </a:xfrm>
            <a:custGeom>
              <a:avLst/>
              <a:gdLst/>
              <a:ahLst/>
              <a:cxnLst/>
              <a:rect r="r" b="b" t="t" l="l"/>
              <a:pathLst>
                <a:path h="43472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34721"/>
                  </a:lnTo>
                  <a:lnTo>
                    <a:pt x="0" y="434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6" b="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150" y="7502100"/>
            <a:ext cx="5376167" cy="447955"/>
            <a:chOff x="0" y="0"/>
            <a:chExt cx="7168223" cy="5972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68220" cy="597275"/>
            </a:xfrm>
            <a:custGeom>
              <a:avLst/>
              <a:gdLst/>
              <a:ahLst/>
              <a:cxnLst/>
              <a:rect r="r" b="b" t="t" l="l"/>
              <a:pathLst>
                <a:path h="597275" w="7168220">
                  <a:moveTo>
                    <a:pt x="0" y="0"/>
                  </a:moveTo>
                  <a:lnTo>
                    <a:pt x="7168220" y="0"/>
                  </a:lnTo>
                  <a:lnTo>
                    <a:pt x="7168220" y="597275"/>
                  </a:lnTo>
                  <a:lnTo>
                    <a:pt x="0" y="5972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546" r="0" b="-17215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168223" cy="606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4"/>
                </a:lnSpc>
              </a:pPr>
              <a:r>
                <a:rPr lang="en-US" sz="179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79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79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Scalable (Autoscaling) 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71929" y="7655509"/>
            <a:ext cx="343157" cy="188738"/>
            <a:chOff x="0" y="0"/>
            <a:chExt cx="457543" cy="251651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57581" cy="251714"/>
            </a:xfrm>
            <a:custGeom>
              <a:avLst/>
              <a:gdLst/>
              <a:ahLst/>
              <a:cxnLst/>
              <a:rect r="r" b="b" t="t" l="l"/>
              <a:pathLst>
                <a:path h="25171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51714"/>
                  </a:lnTo>
                  <a:lnTo>
                    <a:pt x="0" y="25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2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150" y="8092930"/>
            <a:ext cx="5376167" cy="447955"/>
            <a:chOff x="0" y="0"/>
            <a:chExt cx="7168223" cy="5972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68220" cy="597275"/>
            </a:xfrm>
            <a:custGeom>
              <a:avLst/>
              <a:gdLst/>
              <a:ahLst/>
              <a:cxnLst/>
              <a:rect r="r" b="b" t="t" l="l"/>
              <a:pathLst>
                <a:path h="597275" w="7168220">
                  <a:moveTo>
                    <a:pt x="0" y="0"/>
                  </a:moveTo>
                  <a:lnTo>
                    <a:pt x="7168220" y="0"/>
                  </a:lnTo>
                  <a:lnTo>
                    <a:pt x="7168220" y="597275"/>
                  </a:lnTo>
                  <a:lnTo>
                    <a:pt x="0" y="5972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546" r="0" b="-1721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7168223" cy="606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4"/>
                </a:lnSpc>
              </a:pPr>
              <a:r>
                <a:rPr lang="en-US" sz="179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79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79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Monitored (Logs &amp; Alerts)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1929" y="8183128"/>
            <a:ext cx="343157" cy="248793"/>
            <a:chOff x="0" y="0"/>
            <a:chExt cx="457543" cy="331724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448539" y="2001361"/>
            <a:ext cx="10991641" cy="7547252"/>
            <a:chOff x="0" y="0"/>
            <a:chExt cx="15041580" cy="103280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8520" y="16510"/>
              <a:ext cx="14984363" cy="10295128"/>
            </a:xfrm>
            <a:custGeom>
              <a:avLst/>
              <a:gdLst/>
              <a:ahLst/>
              <a:cxnLst/>
              <a:rect r="r" b="b" t="t" l="l"/>
              <a:pathLst>
                <a:path h="10295128" w="14984363">
                  <a:moveTo>
                    <a:pt x="0" y="305181"/>
                  </a:moveTo>
                  <a:cubicBezTo>
                    <a:pt x="0" y="136652"/>
                    <a:pt x="235842" y="0"/>
                    <a:pt x="526968" y="0"/>
                  </a:cubicBezTo>
                  <a:lnTo>
                    <a:pt x="14457616" y="0"/>
                  </a:lnTo>
                  <a:cubicBezTo>
                    <a:pt x="14748522" y="0"/>
                    <a:pt x="14984364" y="136652"/>
                    <a:pt x="14984364" y="305181"/>
                  </a:cubicBezTo>
                  <a:lnTo>
                    <a:pt x="14984364" y="9989947"/>
                  </a:lnTo>
                  <a:cubicBezTo>
                    <a:pt x="14984364" y="10158476"/>
                    <a:pt x="14748522" y="10295128"/>
                    <a:pt x="14457616" y="10295128"/>
                  </a:cubicBezTo>
                  <a:lnTo>
                    <a:pt x="526968" y="10295128"/>
                  </a:lnTo>
                  <a:cubicBezTo>
                    <a:pt x="236061" y="10295128"/>
                    <a:pt x="220" y="10158476"/>
                    <a:pt x="220" y="9989947"/>
                  </a:cubicBezTo>
                  <a:close/>
                </a:path>
              </a:pathLst>
            </a:custGeom>
            <a:blipFill>
              <a:blip r:embed="rId6"/>
              <a:stretch>
                <a:fillRect l="-5111" t="-160" r="-4951" b="-161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041606" cy="10328148"/>
            </a:xfrm>
            <a:custGeom>
              <a:avLst/>
              <a:gdLst/>
              <a:ahLst/>
              <a:cxnLst/>
              <a:rect r="r" b="b" t="t" l="l"/>
              <a:pathLst>
                <a:path h="10328148" w="15041606">
                  <a:moveTo>
                    <a:pt x="0" y="321691"/>
                  </a:moveTo>
                  <a:cubicBezTo>
                    <a:pt x="0" y="144018"/>
                    <a:pt x="248566" y="0"/>
                    <a:pt x="555488" y="0"/>
                  </a:cubicBezTo>
                  <a:lnTo>
                    <a:pt x="14486136" y="0"/>
                  </a:lnTo>
                  <a:lnTo>
                    <a:pt x="14486136" y="16510"/>
                  </a:lnTo>
                  <a:lnTo>
                    <a:pt x="14486136" y="0"/>
                  </a:lnTo>
                  <a:cubicBezTo>
                    <a:pt x="14792838" y="0"/>
                    <a:pt x="15041606" y="144018"/>
                    <a:pt x="15041606" y="321691"/>
                  </a:cubicBezTo>
                  <a:lnTo>
                    <a:pt x="15013104" y="321691"/>
                  </a:lnTo>
                  <a:lnTo>
                    <a:pt x="15041606" y="321691"/>
                  </a:lnTo>
                  <a:lnTo>
                    <a:pt x="15041606" y="10006457"/>
                  </a:lnTo>
                  <a:lnTo>
                    <a:pt x="15013104" y="10006457"/>
                  </a:lnTo>
                  <a:lnTo>
                    <a:pt x="15041606" y="10006457"/>
                  </a:lnTo>
                  <a:cubicBezTo>
                    <a:pt x="15041606" y="10184130"/>
                    <a:pt x="14793058" y="10328148"/>
                    <a:pt x="14486136" y="10328148"/>
                  </a:cubicBezTo>
                  <a:lnTo>
                    <a:pt x="14486136" y="10311638"/>
                  </a:lnTo>
                  <a:lnTo>
                    <a:pt x="14486136" y="10328148"/>
                  </a:lnTo>
                  <a:lnTo>
                    <a:pt x="555488" y="10328148"/>
                  </a:lnTo>
                  <a:lnTo>
                    <a:pt x="555488" y="10311638"/>
                  </a:lnTo>
                  <a:lnTo>
                    <a:pt x="555488" y="10328148"/>
                  </a:lnTo>
                  <a:cubicBezTo>
                    <a:pt x="248566" y="10328148"/>
                    <a:pt x="0" y="10184003"/>
                    <a:pt x="0" y="10006457"/>
                  </a:cubicBezTo>
                  <a:lnTo>
                    <a:pt x="0" y="321691"/>
                  </a:lnTo>
                  <a:lnTo>
                    <a:pt x="28520" y="321691"/>
                  </a:lnTo>
                  <a:lnTo>
                    <a:pt x="0" y="321691"/>
                  </a:lnTo>
                  <a:moveTo>
                    <a:pt x="57041" y="321691"/>
                  </a:moveTo>
                  <a:lnTo>
                    <a:pt x="57041" y="10006457"/>
                  </a:lnTo>
                  <a:lnTo>
                    <a:pt x="28520" y="10006457"/>
                  </a:lnTo>
                  <a:lnTo>
                    <a:pt x="57041" y="10006457"/>
                  </a:lnTo>
                  <a:cubicBezTo>
                    <a:pt x="57041" y="10165842"/>
                    <a:pt x="280157" y="10295127"/>
                    <a:pt x="555269" y="10295127"/>
                  </a:cubicBezTo>
                  <a:lnTo>
                    <a:pt x="14486136" y="10295127"/>
                  </a:lnTo>
                  <a:cubicBezTo>
                    <a:pt x="14761246" y="10295127"/>
                    <a:pt x="14984364" y="10165842"/>
                    <a:pt x="14984364" y="10006457"/>
                  </a:cubicBezTo>
                  <a:lnTo>
                    <a:pt x="14984364" y="321691"/>
                  </a:lnTo>
                  <a:cubicBezTo>
                    <a:pt x="14984364" y="162306"/>
                    <a:pt x="14761246" y="33020"/>
                    <a:pt x="14486136" y="33020"/>
                  </a:cubicBezTo>
                  <a:lnTo>
                    <a:pt x="555488" y="33020"/>
                  </a:lnTo>
                  <a:lnTo>
                    <a:pt x="555488" y="16510"/>
                  </a:lnTo>
                  <a:lnTo>
                    <a:pt x="555488" y="33020"/>
                  </a:lnTo>
                  <a:cubicBezTo>
                    <a:pt x="280157" y="33020"/>
                    <a:pt x="57041" y="162306"/>
                    <a:pt x="57041" y="321691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9864"/>
            <a:chOff x="0" y="0"/>
            <a:chExt cx="24384000" cy="1906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26" cy="1906524"/>
            </a:xfrm>
            <a:custGeom>
              <a:avLst/>
              <a:gdLst/>
              <a:ahLst/>
              <a:cxnLst/>
              <a:rect r="r" b="b" t="t" l="l"/>
              <a:pathLst>
                <a:path h="1906524" w="24384026">
                  <a:moveTo>
                    <a:pt x="0" y="0"/>
                  </a:moveTo>
                  <a:lnTo>
                    <a:pt x="24384026" y="0"/>
                  </a:lnTo>
                  <a:lnTo>
                    <a:pt x="24384026" y="1906524"/>
                  </a:lnTo>
                  <a:lnTo>
                    <a:pt x="0" y="1906524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93717" y="2035589"/>
            <a:ext cx="4189409" cy="1471439"/>
            <a:chOff x="0" y="0"/>
            <a:chExt cx="5585879" cy="19619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85874" cy="1961922"/>
            </a:xfrm>
            <a:custGeom>
              <a:avLst/>
              <a:gdLst/>
              <a:ahLst/>
              <a:cxnLst/>
              <a:rect r="r" b="b" t="t" l="l"/>
              <a:pathLst>
                <a:path h="1961922" w="5585874">
                  <a:moveTo>
                    <a:pt x="0" y="0"/>
                  </a:moveTo>
                  <a:lnTo>
                    <a:pt x="5585874" y="0"/>
                  </a:lnTo>
                  <a:lnTo>
                    <a:pt x="5585874" y="1961922"/>
                  </a:lnTo>
                  <a:lnTo>
                    <a:pt x="0" y="19619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04" r="0" b="-114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585879" cy="201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88"/>
                </a:lnSpc>
              </a:pPr>
              <a:r>
                <a:rPr lang="en-US" sz="3230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Why 3-Tier Architecture?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350654" y="4089416"/>
            <a:ext cx="4189409" cy="1529953"/>
            <a:chOff x="0" y="0"/>
            <a:chExt cx="5585879" cy="20399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85841" cy="2040001"/>
            </a:xfrm>
            <a:custGeom>
              <a:avLst/>
              <a:gdLst/>
              <a:ahLst/>
              <a:cxnLst/>
              <a:rect r="r" b="b" t="t" l="l"/>
              <a:pathLst>
                <a:path h="2040001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2040001"/>
                  </a:lnTo>
                  <a:lnTo>
                    <a:pt x="0" y="2040001"/>
                  </a:lnTo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9" id="9"/>
          <p:cNvGrpSpPr/>
          <p:nvPr/>
        </p:nvGrpSpPr>
        <p:grpSpPr>
          <a:xfrm rot="-5400000">
            <a:off x="10709592" y="4730477"/>
            <a:ext cx="1529953" cy="247840"/>
            <a:chOff x="0" y="0"/>
            <a:chExt cx="2039938" cy="3304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0001" cy="330454"/>
            </a:xfrm>
            <a:custGeom>
              <a:avLst/>
              <a:gdLst/>
              <a:ahLst/>
              <a:cxnLst/>
              <a:rect r="r" b="b" t="t" l="l"/>
              <a:pathLst>
                <a:path h="330454" w="2040001">
                  <a:moveTo>
                    <a:pt x="165227" y="0"/>
                  </a:moveTo>
                  <a:lnTo>
                    <a:pt x="1874774" y="0"/>
                  </a:lnTo>
                  <a:cubicBezTo>
                    <a:pt x="1966087" y="0"/>
                    <a:pt x="2040001" y="73914"/>
                    <a:pt x="2040001" y="165227"/>
                  </a:cubicBezTo>
                  <a:lnTo>
                    <a:pt x="2040001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3914" y="0"/>
                    <a:pt x="165227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708108" y="4518384"/>
            <a:ext cx="629126" cy="686333"/>
            <a:chOff x="0" y="0"/>
            <a:chExt cx="838835" cy="915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8835" cy="915035"/>
            </a:xfrm>
            <a:custGeom>
              <a:avLst/>
              <a:gdLst/>
              <a:ahLst/>
              <a:cxnLst/>
              <a:rect r="r" b="b" t="t" l="l"/>
              <a:pathLst>
                <a:path h="915035" w="838835">
                  <a:moveTo>
                    <a:pt x="0" y="419354"/>
                  </a:moveTo>
                  <a:cubicBezTo>
                    <a:pt x="0" y="187833"/>
                    <a:pt x="187833" y="0"/>
                    <a:pt x="419354" y="0"/>
                  </a:cubicBezTo>
                  <a:cubicBezTo>
                    <a:pt x="650875" y="0"/>
                    <a:pt x="838835" y="187833"/>
                    <a:pt x="838835" y="419354"/>
                  </a:cubicBezTo>
                  <a:lnTo>
                    <a:pt x="838835" y="495681"/>
                  </a:lnTo>
                  <a:cubicBezTo>
                    <a:pt x="838835" y="727329"/>
                    <a:pt x="651002" y="915035"/>
                    <a:pt x="419481" y="915035"/>
                  </a:cubicBezTo>
                  <a:cubicBezTo>
                    <a:pt x="187960" y="915035"/>
                    <a:pt x="0" y="727329"/>
                    <a:pt x="0" y="4956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851097" y="4708550"/>
            <a:ext cx="343157" cy="248793"/>
            <a:chOff x="0" y="0"/>
            <a:chExt cx="457543" cy="331724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623203" y="4375394"/>
            <a:ext cx="2630891" cy="474625"/>
            <a:chOff x="0" y="0"/>
            <a:chExt cx="3507854" cy="6328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07853" cy="632835"/>
            </a:xfrm>
            <a:custGeom>
              <a:avLst/>
              <a:gdLst/>
              <a:ahLst/>
              <a:cxnLst/>
              <a:rect r="r" b="b" t="t" l="l"/>
              <a:pathLst>
                <a:path h="632835" w="3507853">
                  <a:moveTo>
                    <a:pt x="0" y="0"/>
                  </a:moveTo>
                  <a:lnTo>
                    <a:pt x="3507853" y="0"/>
                  </a:lnTo>
                  <a:lnTo>
                    <a:pt x="3507853" y="632835"/>
                  </a:lnTo>
                  <a:lnTo>
                    <a:pt x="0" y="6328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855" r="0" b="-4415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507854" cy="642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4"/>
                </a:lnSpc>
              </a:pPr>
              <a:r>
                <a:rPr lang="en-US" sz="1795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Presentation Layer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23203" y="4790056"/>
            <a:ext cx="2630891" cy="563983"/>
            <a:chOff x="0" y="0"/>
            <a:chExt cx="3507854" cy="7519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07853" cy="751971"/>
            </a:xfrm>
            <a:custGeom>
              <a:avLst/>
              <a:gdLst/>
              <a:ahLst/>
              <a:cxnLst/>
              <a:rect r="r" b="b" t="t" l="l"/>
              <a:pathLst>
                <a:path h="751971" w="3507853">
                  <a:moveTo>
                    <a:pt x="0" y="0"/>
                  </a:moveTo>
                  <a:lnTo>
                    <a:pt x="3507853" y="0"/>
                  </a:lnTo>
                  <a:lnTo>
                    <a:pt x="3507853" y="751971"/>
                  </a:lnTo>
                  <a:lnTo>
                    <a:pt x="0" y="7519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23" r="0" b="-3906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507854" cy="761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2"/>
                </a:lnSpc>
              </a:pP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Frontend UI serving the user interface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50654" y="5905348"/>
            <a:ext cx="4189409" cy="1529953"/>
            <a:chOff x="0" y="0"/>
            <a:chExt cx="5585879" cy="20399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5841" cy="2040001"/>
            </a:xfrm>
            <a:custGeom>
              <a:avLst/>
              <a:gdLst/>
              <a:ahLst/>
              <a:cxnLst/>
              <a:rect r="r" b="b" t="t" l="l"/>
              <a:pathLst>
                <a:path h="2040001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2040001"/>
                  </a:lnTo>
                  <a:lnTo>
                    <a:pt x="0" y="2040001"/>
                  </a:lnTo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-5400000">
            <a:off x="10709592" y="6546409"/>
            <a:ext cx="1529953" cy="247840"/>
            <a:chOff x="0" y="0"/>
            <a:chExt cx="2039938" cy="3304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40001" cy="330454"/>
            </a:xfrm>
            <a:custGeom>
              <a:avLst/>
              <a:gdLst/>
              <a:ahLst/>
              <a:cxnLst/>
              <a:rect r="r" b="b" t="t" l="l"/>
              <a:pathLst>
                <a:path h="330454" w="2040001">
                  <a:moveTo>
                    <a:pt x="165227" y="0"/>
                  </a:moveTo>
                  <a:lnTo>
                    <a:pt x="1874774" y="0"/>
                  </a:lnTo>
                  <a:cubicBezTo>
                    <a:pt x="1966087" y="0"/>
                    <a:pt x="2040001" y="73914"/>
                    <a:pt x="2040001" y="165227"/>
                  </a:cubicBezTo>
                  <a:lnTo>
                    <a:pt x="2040001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3914" y="0"/>
                    <a:pt x="165227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708108" y="6334316"/>
            <a:ext cx="629126" cy="686333"/>
            <a:chOff x="0" y="0"/>
            <a:chExt cx="838835" cy="91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38835" cy="915035"/>
            </a:xfrm>
            <a:custGeom>
              <a:avLst/>
              <a:gdLst/>
              <a:ahLst/>
              <a:cxnLst/>
              <a:rect r="r" b="b" t="t" l="l"/>
              <a:pathLst>
                <a:path h="915035" w="838835">
                  <a:moveTo>
                    <a:pt x="0" y="419354"/>
                  </a:moveTo>
                  <a:cubicBezTo>
                    <a:pt x="0" y="187833"/>
                    <a:pt x="187833" y="0"/>
                    <a:pt x="419354" y="0"/>
                  </a:cubicBezTo>
                  <a:cubicBezTo>
                    <a:pt x="650875" y="0"/>
                    <a:pt x="838835" y="187833"/>
                    <a:pt x="838835" y="419354"/>
                  </a:cubicBezTo>
                  <a:lnTo>
                    <a:pt x="838835" y="495681"/>
                  </a:lnTo>
                  <a:cubicBezTo>
                    <a:pt x="838835" y="727329"/>
                    <a:pt x="651002" y="915035"/>
                    <a:pt x="419481" y="915035"/>
                  </a:cubicBezTo>
                  <a:cubicBezTo>
                    <a:pt x="187960" y="915035"/>
                    <a:pt x="0" y="727329"/>
                    <a:pt x="0" y="4956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851097" y="6485877"/>
            <a:ext cx="343157" cy="326012"/>
            <a:chOff x="0" y="0"/>
            <a:chExt cx="457543" cy="434683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457581" cy="434721"/>
            </a:xfrm>
            <a:custGeom>
              <a:avLst/>
              <a:gdLst/>
              <a:ahLst/>
              <a:cxnLst/>
              <a:rect r="r" b="b" t="t" l="l"/>
              <a:pathLst>
                <a:path h="43472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34721"/>
                  </a:lnTo>
                  <a:lnTo>
                    <a:pt x="0" y="434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8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623203" y="6191326"/>
            <a:ext cx="2630891" cy="474625"/>
            <a:chOff x="0" y="0"/>
            <a:chExt cx="3507854" cy="6328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07853" cy="632835"/>
            </a:xfrm>
            <a:custGeom>
              <a:avLst/>
              <a:gdLst/>
              <a:ahLst/>
              <a:cxnLst/>
              <a:rect r="r" b="b" t="t" l="l"/>
              <a:pathLst>
                <a:path h="632835" w="3507853">
                  <a:moveTo>
                    <a:pt x="0" y="0"/>
                  </a:moveTo>
                  <a:lnTo>
                    <a:pt x="3507853" y="0"/>
                  </a:lnTo>
                  <a:lnTo>
                    <a:pt x="3507853" y="632835"/>
                  </a:lnTo>
                  <a:lnTo>
                    <a:pt x="0" y="6328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855" r="0" b="-4415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507854" cy="642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4"/>
                </a:lnSpc>
              </a:pPr>
              <a:r>
                <a:rPr lang="en-US" sz="1795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Application Layer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623203" y="6605988"/>
            <a:ext cx="2630891" cy="563983"/>
            <a:chOff x="0" y="0"/>
            <a:chExt cx="3507854" cy="75197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07853" cy="751971"/>
            </a:xfrm>
            <a:custGeom>
              <a:avLst/>
              <a:gdLst/>
              <a:ahLst/>
              <a:cxnLst/>
              <a:rect r="r" b="b" t="t" l="l"/>
              <a:pathLst>
                <a:path h="751971" w="3507853">
                  <a:moveTo>
                    <a:pt x="0" y="0"/>
                  </a:moveTo>
                  <a:lnTo>
                    <a:pt x="3507853" y="0"/>
                  </a:lnTo>
                  <a:lnTo>
                    <a:pt x="3507853" y="751971"/>
                  </a:lnTo>
                  <a:lnTo>
                    <a:pt x="0" y="7519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23" r="0" b="-3906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507854" cy="761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2"/>
                </a:lnSpc>
              </a:pP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Backend API processing business logic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350654" y="7721279"/>
            <a:ext cx="4189409" cy="1529953"/>
            <a:chOff x="0" y="0"/>
            <a:chExt cx="5585879" cy="203993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85841" cy="2040001"/>
            </a:xfrm>
            <a:custGeom>
              <a:avLst/>
              <a:gdLst/>
              <a:ahLst/>
              <a:cxnLst/>
              <a:rect r="r" b="b" t="t" l="l"/>
              <a:pathLst>
                <a:path h="2040001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2040001"/>
                  </a:lnTo>
                  <a:lnTo>
                    <a:pt x="0" y="2040001"/>
                  </a:lnTo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-5400000">
            <a:off x="10704820" y="8369484"/>
            <a:ext cx="1529953" cy="247840"/>
            <a:chOff x="0" y="0"/>
            <a:chExt cx="2039938" cy="3304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40001" cy="330454"/>
            </a:xfrm>
            <a:custGeom>
              <a:avLst/>
              <a:gdLst/>
              <a:ahLst/>
              <a:cxnLst/>
              <a:rect r="r" b="b" t="t" l="l"/>
              <a:pathLst>
                <a:path h="330454" w="2040001">
                  <a:moveTo>
                    <a:pt x="165227" y="0"/>
                  </a:moveTo>
                  <a:lnTo>
                    <a:pt x="1874774" y="0"/>
                  </a:lnTo>
                  <a:cubicBezTo>
                    <a:pt x="1966087" y="0"/>
                    <a:pt x="2040001" y="73914"/>
                    <a:pt x="2040001" y="165227"/>
                  </a:cubicBezTo>
                  <a:lnTo>
                    <a:pt x="2040001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3914" y="0"/>
                    <a:pt x="165227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708108" y="8150238"/>
            <a:ext cx="629126" cy="686333"/>
            <a:chOff x="0" y="0"/>
            <a:chExt cx="838835" cy="9151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8835" cy="915035"/>
            </a:xfrm>
            <a:custGeom>
              <a:avLst/>
              <a:gdLst/>
              <a:ahLst/>
              <a:cxnLst/>
              <a:rect r="r" b="b" t="t" l="l"/>
              <a:pathLst>
                <a:path h="915035" w="838835">
                  <a:moveTo>
                    <a:pt x="0" y="419354"/>
                  </a:moveTo>
                  <a:cubicBezTo>
                    <a:pt x="0" y="187833"/>
                    <a:pt x="187833" y="0"/>
                    <a:pt x="419354" y="0"/>
                  </a:cubicBezTo>
                  <a:cubicBezTo>
                    <a:pt x="650875" y="0"/>
                    <a:pt x="838835" y="187833"/>
                    <a:pt x="838835" y="419354"/>
                  </a:cubicBezTo>
                  <a:lnTo>
                    <a:pt x="838835" y="495681"/>
                  </a:lnTo>
                  <a:cubicBezTo>
                    <a:pt x="838835" y="727329"/>
                    <a:pt x="651002" y="915035"/>
                    <a:pt x="419481" y="915035"/>
                  </a:cubicBezTo>
                  <a:cubicBezTo>
                    <a:pt x="187960" y="915035"/>
                    <a:pt x="0" y="727329"/>
                    <a:pt x="0" y="4956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51097" y="8340414"/>
            <a:ext cx="343157" cy="248793"/>
            <a:chOff x="0" y="0"/>
            <a:chExt cx="457543" cy="331724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623203" y="8007258"/>
            <a:ext cx="2630891" cy="474625"/>
            <a:chOff x="0" y="0"/>
            <a:chExt cx="3507854" cy="63283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07853" cy="632835"/>
            </a:xfrm>
            <a:custGeom>
              <a:avLst/>
              <a:gdLst/>
              <a:ahLst/>
              <a:cxnLst/>
              <a:rect r="r" b="b" t="t" l="l"/>
              <a:pathLst>
                <a:path h="632835" w="3507853">
                  <a:moveTo>
                    <a:pt x="0" y="0"/>
                  </a:moveTo>
                  <a:lnTo>
                    <a:pt x="3507853" y="0"/>
                  </a:lnTo>
                  <a:lnTo>
                    <a:pt x="3507853" y="632835"/>
                  </a:lnTo>
                  <a:lnTo>
                    <a:pt x="0" y="6328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855" r="0" b="-4415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507854" cy="642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4"/>
                </a:lnSpc>
              </a:pPr>
              <a:r>
                <a:rPr lang="en-US" sz="1795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Layer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028700" y="1886411"/>
            <a:ext cx="6430299" cy="8037874"/>
          </a:xfrm>
          <a:custGeom>
            <a:avLst/>
            <a:gdLst/>
            <a:ahLst/>
            <a:cxnLst/>
            <a:rect r="r" b="b" t="t" l="l"/>
            <a:pathLst>
              <a:path h="8037874" w="6430299">
                <a:moveTo>
                  <a:pt x="0" y="0"/>
                </a:moveTo>
                <a:lnTo>
                  <a:pt x="6430299" y="0"/>
                </a:lnTo>
                <a:lnTo>
                  <a:pt x="6430299" y="8037873"/>
                </a:lnTo>
                <a:lnTo>
                  <a:pt x="0" y="80378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2623203" y="8483879"/>
            <a:ext cx="21740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2"/>
              </a:lnSpc>
              <a:spcBef>
                <a:spcPct val="0"/>
              </a:spcBef>
            </a:pPr>
            <a:r>
              <a:rPr lang="en-US" sz="1435" strike="noStrike" u="none">
                <a:solidFill>
                  <a:srgbClr val="605E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Azure SQL Database for data storage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71929" y="341820"/>
            <a:ext cx="6476636" cy="746224"/>
            <a:chOff x="0" y="0"/>
            <a:chExt cx="8635515" cy="99496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635509" cy="994958"/>
            </a:xfrm>
            <a:custGeom>
              <a:avLst/>
              <a:gdLst/>
              <a:ahLst/>
              <a:cxnLst/>
              <a:rect r="r" b="b" t="t" l="l"/>
              <a:pathLst>
                <a:path h="994958" w="8635509">
                  <a:moveTo>
                    <a:pt x="0" y="0"/>
                  </a:moveTo>
                  <a:lnTo>
                    <a:pt x="8635509" y="0"/>
                  </a:lnTo>
                  <a:lnTo>
                    <a:pt x="8635509" y="994958"/>
                  </a:lnTo>
                  <a:lnTo>
                    <a:pt x="0" y="99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22" r="9264" b="-8027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8635515" cy="1004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Azure 3-Tier E-Commerce Application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389080" y="209531"/>
            <a:ext cx="1405661" cy="1010802"/>
            <a:chOff x="0" y="0"/>
            <a:chExt cx="692506" cy="49797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2511" cy="497981"/>
            </a:xfrm>
            <a:custGeom>
              <a:avLst/>
              <a:gdLst/>
              <a:ahLst/>
              <a:cxnLst/>
              <a:rect r="r" b="b" t="t" l="l"/>
              <a:pathLst>
                <a:path h="497981" w="692511">
                  <a:moveTo>
                    <a:pt x="0" y="0"/>
                  </a:moveTo>
                  <a:lnTo>
                    <a:pt x="692511" y="0"/>
                  </a:lnTo>
                  <a:lnTo>
                    <a:pt x="692511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335" t="0" r="8112" b="2726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692506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9864"/>
            <a:chOff x="0" y="0"/>
            <a:chExt cx="24384000" cy="1906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26" cy="1906524"/>
            </a:xfrm>
            <a:custGeom>
              <a:avLst/>
              <a:gdLst/>
              <a:ahLst/>
              <a:cxnLst/>
              <a:rect r="r" b="b" t="t" l="l"/>
              <a:pathLst>
                <a:path h="1906524" w="24384026">
                  <a:moveTo>
                    <a:pt x="0" y="0"/>
                  </a:moveTo>
                  <a:lnTo>
                    <a:pt x="24384026" y="0"/>
                  </a:lnTo>
                  <a:lnTo>
                    <a:pt x="24384026" y="1906524"/>
                  </a:lnTo>
                  <a:lnTo>
                    <a:pt x="0" y="1906524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5065" y="1640924"/>
            <a:ext cx="3231423" cy="1471439"/>
            <a:chOff x="0" y="0"/>
            <a:chExt cx="4308564" cy="19619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08558" cy="1961922"/>
            </a:xfrm>
            <a:custGeom>
              <a:avLst/>
              <a:gdLst/>
              <a:ahLst/>
              <a:cxnLst/>
              <a:rect r="r" b="b" t="t" l="l"/>
              <a:pathLst>
                <a:path h="1961922" w="4308558">
                  <a:moveTo>
                    <a:pt x="0" y="0"/>
                  </a:moveTo>
                  <a:lnTo>
                    <a:pt x="4308558" y="0"/>
                  </a:lnTo>
                  <a:lnTo>
                    <a:pt x="4308558" y="1961922"/>
                  </a:lnTo>
                  <a:lnTo>
                    <a:pt x="0" y="19619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66" t="0" r="-3366" b="86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308564" cy="201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88"/>
                </a:lnSpc>
              </a:pPr>
              <a:r>
                <a:rPr lang="en-US" sz="3230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Full Azure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0281" y="3532161"/>
            <a:ext cx="3280991" cy="1307849"/>
            <a:chOff x="0" y="0"/>
            <a:chExt cx="4374655" cy="1743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3020" y="33020"/>
              <a:ext cx="4308602" cy="1677797"/>
            </a:xfrm>
            <a:custGeom>
              <a:avLst/>
              <a:gdLst/>
              <a:ahLst/>
              <a:cxnLst/>
              <a:rect r="r" b="b" t="t" l="l"/>
              <a:pathLst>
                <a:path h="1677797" w="4308602">
                  <a:moveTo>
                    <a:pt x="0" y="152527"/>
                  </a:moveTo>
                  <a:cubicBezTo>
                    <a:pt x="0" y="68326"/>
                    <a:pt x="69977" y="0"/>
                    <a:pt x="156083" y="0"/>
                  </a:cubicBezTo>
                  <a:lnTo>
                    <a:pt x="4152519" y="0"/>
                  </a:lnTo>
                  <a:cubicBezTo>
                    <a:pt x="4238752" y="0"/>
                    <a:pt x="4308602" y="68326"/>
                    <a:pt x="4308602" y="152527"/>
                  </a:cubicBezTo>
                  <a:lnTo>
                    <a:pt x="4308602" y="1525270"/>
                  </a:lnTo>
                  <a:cubicBezTo>
                    <a:pt x="4308602" y="1609471"/>
                    <a:pt x="4238752" y="1677797"/>
                    <a:pt x="4152519" y="1677797"/>
                  </a:cubicBezTo>
                  <a:lnTo>
                    <a:pt x="156083" y="1677797"/>
                  </a:lnTo>
                  <a:cubicBezTo>
                    <a:pt x="69850" y="1677797"/>
                    <a:pt x="0" y="1609471"/>
                    <a:pt x="0" y="15252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74642" cy="1743837"/>
            </a:xfrm>
            <a:custGeom>
              <a:avLst/>
              <a:gdLst/>
              <a:ahLst/>
              <a:cxnLst/>
              <a:rect r="r" b="b" t="t" l="l"/>
              <a:pathLst>
                <a:path h="1743837" w="4374642">
                  <a:moveTo>
                    <a:pt x="0" y="185547"/>
                  </a:moveTo>
                  <a:cubicBezTo>
                    <a:pt x="0" y="82296"/>
                    <a:pt x="85471" y="0"/>
                    <a:pt x="189103" y="0"/>
                  </a:cubicBezTo>
                  <a:lnTo>
                    <a:pt x="4185539" y="0"/>
                  </a:lnTo>
                  <a:lnTo>
                    <a:pt x="4185539" y="33020"/>
                  </a:lnTo>
                  <a:lnTo>
                    <a:pt x="4185539" y="0"/>
                  </a:lnTo>
                  <a:cubicBezTo>
                    <a:pt x="4289298" y="0"/>
                    <a:pt x="4374642" y="82296"/>
                    <a:pt x="4374642" y="185547"/>
                  </a:cubicBezTo>
                  <a:lnTo>
                    <a:pt x="4341622" y="185547"/>
                  </a:lnTo>
                  <a:lnTo>
                    <a:pt x="4374642" y="185547"/>
                  </a:lnTo>
                  <a:lnTo>
                    <a:pt x="4374642" y="1558290"/>
                  </a:lnTo>
                  <a:lnTo>
                    <a:pt x="4341622" y="1558290"/>
                  </a:lnTo>
                  <a:lnTo>
                    <a:pt x="4374642" y="1558290"/>
                  </a:lnTo>
                  <a:cubicBezTo>
                    <a:pt x="4374642" y="1661541"/>
                    <a:pt x="4289171" y="1743837"/>
                    <a:pt x="4185539" y="1743837"/>
                  </a:cubicBezTo>
                  <a:lnTo>
                    <a:pt x="4185539" y="1710817"/>
                  </a:lnTo>
                  <a:lnTo>
                    <a:pt x="4185539" y="1743837"/>
                  </a:lnTo>
                  <a:lnTo>
                    <a:pt x="189103" y="1743837"/>
                  </a:lnTo>
                  <a:lnTo>
                    <a:pt x="189103" y="1710817"/>
                  </a:lnTo>
                  <a:lnTo>
                    <a:pt x="189103" y="1743837"/>
                  </a:lnTo>
                  <a:cubicBezTo>
                    <a:pt x="85471" y="1743837"/>
                    <a:pt x="0" y="1661414"/>
                    <a:pt x="0" y="1558290"/>
                  </a:cubicBezTo>
                  <a:lnTo>
                    <a:pt x="0" y="185547"/>
                  </a:lnTo>
                  <a:lnTo>
                    <a:pt x="33020" y="185547"/>
                  </a:lnTo>
                  <a:lnTo>
                    <a:pt x="0" y="185547"/>
                  </a:lnTo>
                  <a:moveTo>
                    <a:pt x="66040" y="185547"/>
                  </a:moveTo>
                  <a:lnTo>
                    <a:pt x="66040" y="1558290"/>
                  </a:lnTo>
                  <a:lnTo>
                    <a:pt x="33020" y="1558290"/>
                  </a:lnTo>
                  <a:lnTo>
                    <a:pt x="66040" y="1558290"/>
                  </a:lnTo>
                  <a:cubicBezTo>
                    <a:pt x="66040" y="1623568"/>
                    <a:pt x="120396" y="1677797"/>
                    <a:pt x="189103" y="1677797"/>
                  </a:cubicBezTo>
                  <a:lnTo>
                    <a:pt x="4185539" y="1677797"/>
                  </a:lnTo>
                  <a:cubicBezTo>
                    <a:pt x="4254246" y="1677797"/>
                    <a:pt x="4308602" y="1623568"/>
                    <a:pt x="4308602" y="1558290"/>
                  </a:cubicBezTo>
                  <a:lnTo>
                    <a:pt x="4308602" y="185547"/>
                  </a:lnTo>
                  <a:cubicBezTo>
                    <a:pt x="4308602" y="120269"/>
                    <a:pt x="4254246" y="66040"/>
                    <a:pt x="4185539" y="66040"/>
                  </a:cubicBezTo>
                  <a:lnTo>
                    <a:pt x="189103" y="66040"/>
                  </a:lnTo>
                  <a:lnTo>
                    <a:pt x="189103" y="33020"/>
                  </a:lnTo>
                  <a:lnTo>
                    <a:pt x="189103" y="66040"/>
                  </a:lnTo>
                  <a:cubicBezTo>
                    <a:pt x="120396" y="66040"/>
                    <a:pt x="66040" y="120269"/>
                    <a:pt x="66040" y="185547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8222" y="3842923"/>
            <a:ext cx="629126" cy="686333"/>
            <a:chOff x="0" y="0"/>
            <a:chExt cx="838835" cy="915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8835" cy="915035"/>
            </a:xfrm>
            <a:custGeom>
              <a:avLst/>
              <a:gdLst/>
              <a:ahLst/>
              <a:cxnLst/>
              <a:rect r="r" b="b" t="t" l="l"/>
              <a:pathLst>
                <a:path h="915035" w="838835">
                  <a:moveTo>
                    <a:pt x="0" y="419354"/>
                  </a:moveTo>
                  <a:cubicBezTo>
                    <a:pt x="0" y="187833"/>
                    <a:pt x="187833" y="0"/>
                    <a:pt x="419354" y="0"/>
                  </a:cubicBezTo>
                  <a:cubicBezTo>
                    <a:pt x="650875" y="0"/>
                    <a:pt x="838835" y="187833"/>
                    <a:pt x="838835" y="419354"/>
                  </a:cubicBezTo>
                  <a:lnTo>
                    <a:pt x="838835" y="495681"/>
                  </a:lnTo>
                  <a:cubicBezTo>
                    <a:pt x="838835" y="727329"/>
                    <a:pt x="651002" y="915035"/>
                    <a:pt x="419481" y="915035"/>
                  </a:cubicBezTo>
                  <a:cubicBezTo>
                    <a:pt x="187960" y="915035"/>
                    <a:pt x="0" y="727329"/>
                    <a:pt x="0" y="495681"/>
                  </a:cubicBezTo>
                  <a:close/>
                </a:path>
              </a:pathLst>
            </a:custGeom>
            <a:solidFill>
              <a:srgbClr val="F3F2F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31212" y="4011649"/>
            <a:ext cx="343157" cy="291694"/>
            <a:chOff x="0" y="0"/>
            <a:chExt cx="457543" cy="388925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6" b="-1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31823" y="3785726"/>
            <a:ext cx="1744389" cy="424054"/>
            <a:chOff x="0" y="0"/>
            <a:chExt cx="2325853" cy="5654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25857" cy="565398"/>
            </a:xfrm>
            <a:custGeom>
              <a:avLst/>
              <a:gdLst/>
              <a:ahLst/>
              <a:cxnLst/>
              <a:rect r="r" b="b" t="t" l="l"/>
              <a:pathLst>
                <a:path h="565398" w="2325857">
                  <a:moveTo>
                    <a:pt x="0" y="0"/>
                  </a:moveTo>
                  <a:lnTo>
                    <a:pt x="2325857" y="0"/>
                  </a:lnTo>
                  <a:lnTo>
                    <a:pt x="2325857" y="565398"/>
                  </a:lnTo>
                  <a:lnTo>
                    <a:pt x="0" y="5653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748" r="0" b="-155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325853" cy="565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 b="true">
                  <a:solidFill>
                    <a:srgbClr val="3231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Public Entry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31823" y="4128892"/>
            <a:ext cx="1744389" cy="507848"/>
            <a:chOff x="0" y="0"/>
            <a:chExt cx="2325853" cy="6771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25857" cy="677124"/>
            </a:xfrm>
            <a:custGeom>
              <a:avLst/>
              <a:gdLst/>
              <a:ahLst/>
              <a:cxnLst/>
              <a:rect r="r" b="b" t="t" l="l"/>
              <a:pathLst>
                <a:path h="677124" w="2325857">
                  <a:moveTo>
                    <a:pt x="0" y="0"/>
                  </a:moveTo>
                  <a:lnTo>
                    <a:pt x="2325857" y="0"/>
                  </a:lnTo>
                  <a:lnTo>
                    <a:pt x="2325857" y="677124"/>
                  </a:lnTo>
                  <a:lnTo>
                    <a:pt x="0" y="6771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79" r="0" b="-1197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325853" cy="68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7"/>
                </a:lnSpc>
              </a:pPr>
              <a:r>
                <a:rPr lang="en-US" sz="1256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Azure Application Gateway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0281" y="5004926"/>
            <a:ext cx="3280991" cy="1307849"/>
            <a:chOff x="0" y="0"/>
            <a:chExt cx="4374655" cy="17437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020" y="33020"/>
              <a:ext cx="4308602" cy="1677797"/>
            </a:xfrm>
            <a:custGeom>
              <a:avLst/>
              <a:gdLst/>
              <a:ahLst/>
              <a:cxnLst/>
              <a:rect r="r" b="b" t="t" l="l"/>
              <a:pathLst>
                <a:path h="1677797" w="4308602">
                  <a:moveTo>
                    <a:pt x="0" y="152527"/>
                  </a:moveTo>
                  <a:cubicBezTo>
                    <a:pt x="0" y="68326"/>
                    <a:pt x="69977" y="0"/>
                    <a:pt x="156083" y="0"/>
                  </a:cubicBezTo>
                  <a:lnTo>
                    <a:pt x="4152519" y="0"/>
                  </a:lnTo>
                  <a:cubicBezTo>
                    <a:pt x="4238752" y="0"/>
                    <a:pt x="4308602" y="68326"/>
                    <a:pt x="4308602" y="152527"/>
                  </a:cubicBezTo>
                  <a:lnTo>
                    <a:pt x="4308602" y="1525270"/>
                  </a:lnTo>
                  <a:cubicBezTo>
                    <a:pt x="4308602" y="1609471"/>
                    <a:pt x="4238752" y="1677797"/>
                    <a:pt x="4152519" y="1677797"/>
                  </a:cubicBezTo>
                  <a:lnTo>
                    <a:pt x="156083" y="1677797"/>
                  </a:lnTo>
                  <a:cubicBezTo>
                    <a:pt x="69850" y="1677797"/>
                    <a:pt x="0" y="1609471"/>
                    <a:pt x="0" y="15252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74642" cy="1743837"/>
            </a:xfrm>
            <a:custGeom>
              <a:avLst/>
              <a:gdLst/>
              <a:ahLst/>
              <a:cxnLst/>
              <a:rect r="r" b="b" t="t" l="l"/>
              <a:pathLst>
                <a:path h="1743837" w="4374642">
                  <a:moveTo>
                    <a:pt x="0" y="185547"/>
                  </a:moveTo>
                  <a:cubicBezTo>
                    <a:pt x="0" y="82296"/>
                    <a:pt x="85471" y="0"/>
                    <a:pt x="189103" y="0"/>
                  </a:cubicBezTo>
                  <a:lnTo>
                    <a:pt x="4185539" y="0"/>
                  </a:lnTo>
                  <a:lnTo>
                    <a:pt x="4185539" y="33020"/>
                  </a:lnTo>
                  <a:lnTo>
                    <a:pt x="4185539" y="0"/>
                  </a:lnTo>
                  <a:cubicBezTo>
                    <a:pt x="4289298" y="0"/>
                    <a:pt x="4374642" y="82296"/>
                    <a:pt x="4374642" y="185547"/>
                  </a:cubicBezTo>
                  <a:lnTo>
                    <a:pt x="4341622" y="185547"/>
                  </a:lnTo>
                  <a:lnTo>
                    <a:pt x="4374642" y="185547"/>
                  </a:lnTo>
                  <a:lnTo>
                    <a:pt x="4374642" y="1558290"/>
                  </a:lnTo>
                  <a:lnTo>
                    <a:pt x="4341622" y="1558290"/>
                  </a:lnTo>
                  <a:lnTo>
                    <a:pt x="4374642" y="1558290"/>
                  </a:lnTo>
                  <a:cubicBezTo>
                    <a:pt x="4374642" y="1661541"/>
                    <a:pt x="4289171" y="1743837"/>
                    <a:pt x="4185539" y="1743837"/>
                  </a:cubicBezTo>
                  <a:lnTo>
                    <a:pt x="4185539" y="1710817"/>
                  </a:lnTo>
                  <a:lnTo>
                    <a:pt x="4185539" y="1743837"/>
                  </a:lnTo>
                  <a:lnTo>
                    <a:pt x="189103" y="1743837"/>
                  </a:lnTo>
                  <a:lnTo>
                    <a:pt x="189103" y="1710817"/>
                  </a:lnTo>
                  <a:lnTo>
                    <a:pt x="189103" y="1743837"/>
                  </a:lnTo>
                  <a:cubicBezTo>
                    <a:pt x="85471" y="1743837"/>
                    <a:pt x="0" y="1661414"/>
                    <a:pt x="0" y="1558290"/>
                  </a:cubicBezTo>
                  <a:lnTo>
                    <a:pt x="0" y="185547"/>
                  </a:lnTo>
                  <a:lnTo>
                    <a:pt x="33020" y="185547"/>
                  </a:lnTo>
                  <a:lnTo>
                    <a:pt x="0" y="185547"/>
                  </a:lnTo>
                  <a:moveTo>
                    <a:pt x="66040" y="185547"/>
                  </a:moveTo>
                  <a:lnTo>
                    <a:pt x="66040" y="1558290"/>
                  </a:lnTo>
                  <a:lnTo>
                    <a:pt x="33020" y="1558290"/>
                  </a:lnTo>
                  <a:lnTo>
                    <a:pt x="66040" y="1558290"/>
                  </a:lnTo>
                  <a:cubicBezTo>
                    <a:pt x="66040" y="1623568"/>
                    <a:pt x="120396" y="1677797"/>
                    <a:pt x="189103" y="1677797"/>
                  </a:cubicBezTo>
                  <a:lnTo>
                    <a:pt x="4185539" y="1677797"/>
                  </a:lnTo>
                  <a:cubicBezTo>
                    <a:pt x="4254246" y="1677797"/>
                    <a:pt x="4308602" y="1623568"/>
                    <a:pt x="4308602" y="1558290"/>
                  </a:cubicBezTo>
                  <a:lnTo>
                    <a:pt x="4308602" y="185547"/>
                  </a:lnTo>
                  <a:cubicBezTo>
                    <a:pt x="4308602" y="120269"/>
                    <a:pt x="4254246" y="66040"/>
                    <a:pt x="4185539" y="66040"/>
                  </a:cubicBezTo>
                  <a:lnTo>
                    <a:pt x="189103" y="66040"/>
                  </a:lnTo>
                  <a:lnTo>
                    <a:pt x="189103" y="33020"/>
                  </a:lnTo>
                  <a:lnTo>
                    <a:pt x="189103" y="66040"/>
                  </a:lnTo>
                  <a:cubicBezTo>
                    <a:pt x="120396" y="66040"/>
                    <a:pt x="66040" y="120269"/>
                    <a:pt x="66040" y="185547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222" y="5315679"/>
            <a:ext cx="629126" cy="686333"/>
            <a:chOff x="0" y="0"/>
            <a:chExt cx="838835" cy="915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8835" cy="915035"/>
            </a:xfrm>
            <a:custGeom>
              <a:avLst/>
              <a:gdLst/>
              <a:ahLst/>
              <a:cxnLst/>
              <a:rect r="r" b="b" t="t" l="l"/>
              <a:pathLst>
                <a:path h="915035" w="838835">
                  <a:moveTo>
                    <a:pt x="0" y="419354"/>
                  </a:moveTo>
                  <a:cubicBezTo>
                    <a:pt x="0" y="187833"/>
                    <a:pt x="187833" y="0"/>
                    <a:pt x="419354" y="0"/>
                  </a:cubicBezTo>
                  <a:cubicBezTo>
                    <a:pt x="650875" y="0"/>
                    <a:pt x="838835" y="187833"/>
                    <a:pt x="838835" y="419354"/>
                  </a:cubicBezTo>
                  <a:lnTo>
                    <a:pt x="838835" y="495681"/>
                  </a:lnTo>
                  <a:cubicBezTo>
                    <a:pt x="838835" y="727329"/>
                    <a:pt x="651002" y="915035"/>
                    <a:pt x="419481" y="915035"/>
                  </a:cubicBezTo>
                  <a:cubicBezTo>
                    <a:pt x="187960" y="915035"/>
                    <a:pt x="0" y="727329"/>
                    <a:pt x="0" y="495681"/>
                  </a:cubicBezTo>
                  <a:close/>
                </a:path>
              </a:pathLst>
            </a:custGeom>
            <a:solidFill>
              <a:srgbClr val="F3F2F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1212" y="5523019"/>
            <a:ext cx="343157" cy="214484"/>
            <a:chOff x="0" y="0"/>
            <a:chExt cx="457543" cy="285979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457581" cy="286004"/>
            </a:xfrm>
            <a:custGeom>
              <a:avLst/>
              <a:gdLst/>
              <a:ahLst/>
              <a:cxnLst/>
              <a:rect r="r" b="b" t="t" l="l"/>
              <a:pathLst>
                <a:path h="28600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86004"/>
                  </a:lnTo>
                  <a:lnTo>
                    <a:pt x="0" y="286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8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031823" y="5258491"/>
            <a:ext cx="1744389" cy="424054"/>
            <a:chOff x="0" y="0"/>
            <a:chExt cx="2325853" cy="5654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25857" cy="565398"/>
            </a:xfrm>
            <a:custGeom>
              <a:avLst/>
              <a:gdLst/>
              <a:ahLst/>
              <a:cxnLst/>
              <a:rect r="r" b="b" t="t" l="l"/>
              <a:pathLst>
                <a:path h="565398" w="2325857">
                  <a:moveTo>
                    <a:pt x="0" y="0"/>
                  </a:moveTo>
                  <a:lnTo>
                    <a:pt x="2325857" y="0"/>
                  </a:lnTo>
                  <a:lnTo>
                    <a:pt x="2325857" y="565398"/>
                  </a:lnTo>
                  <a:lnTo>
                    <a:pt x="0" y="5653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748" r="0" b="-155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325853" cy="565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 b="true">
                  <a:solidFill>
                    <a:srgbClr val="3231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App Tier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31823" y="5601657"/>
            <a:ext cx="1744389" cy="457557"/>
            <a:chOff x="0" y="0"/>
            <a:chExt cx="2325853" cy="61007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25857" cy="610071"/>
            </a:xfrm>
            <a:custGeom>
              <a:avLst/>
              <a:gdLst/>
              <a:ahLst/>
              <a:cxnLst/>
              <a:rect r="r" b="b" t="t" l="l"/>
              <a:pathLst>
                <a:path h="610071" w="2325857">
                  <a:moveTo>
                    <a:pt x="0" y="0"/>
                  </a:moveTo>
                  <a:lnTo>
                    <a:pt x="2325857" y="0"/>
                  </a:lnTo>
                  <a:lnTo>
                    <a:pt x="2325857" y="610071"/>
                  </a:lnTo>
                  <a:lnTo>
                    <a:pt x="0" y="6100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84" r="0" b="-2428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325853" cy="619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7"/>
                </a:lnSpc>
              </a:pPr>
              <a:r>
                <a:rPr lang="en-US" sz="1256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Azure Container Apps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0281" y="6477691"/>
            <a:ext cx="3280991" cy="1307849"/>
            <a:chOff x="0" y="0"/>
            <a:chExt cx="4374655" cy="17437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33020" y="33020"/>
              <a:ext cx="4308602" cy="1677797"/>
            </a:xfrm>
            <a:custGeom>
              <a:avLst/>
              <a:gdLst/>
              <a:ahLst/>
              <a:cxnLst/>
              <a:rect r="r" b="b" t="t" l="l"/>
              <a:pathLst>
                <a:path h="1677797" w="4308602">
                  <a:moveTo>
                    <a:pt x="0" y="152527"/>
                  </a:moveTo>
                  <a:cubicBezTo>
                    <a:pt x="0" y="68326"/>
                    <a:pt x="69977" y="0"/>
                    <a:pt x="156083" y="0"/>
                  </a:cubicBezTo>
                  <a:lnTo>
                    <a:pt x="4152519" y="0"/>
                  </a:lnTo>
                  <a:cubicBezTo>
                    <a:pt x="4238752" y="0"/>
                    <a:pt x="4308602" y="68326"/>
                    <a:pt x="4308602" y="152527"/>
                  </a:cubicBezTo>
                  <a:lnTo>
                    <a:pt x="4308602" y="1525270"/>
                  </a:lnTo>
                  <a:cubicBezTo>
                    <a:pt x="4308602" y="1609471"/>
                    <a:pt x="4238752" y="1677797"/>
                    <a:pt x="4152519" y="1677797"/>
                  </a:cubicBezTo>
                  <a:lnTo>
                    <a:pt x="156083" y="1677797"/>
                  </a:lnTo>
                  <a:cubicBezTo>
                    <a:pt x="69850" y="1677797"/>
                    <a:pt x="0" y="1609471"/>
                    <a:pt x="0" y="15252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74642" cy="1743837"/>
            </a:xfrm>
            <a:custGeom>
              <a:avLst/>
              <a:gdLst/>
              <a:ahLst/>
              <a:cxnLst/>
              <a:rect r="r" b="b" t="t" l="l"/>
              <a:pathLst>
                <a:path h="1743837" w="4374642">
                  <a:moveTo>
                    <a:pt x="0" y="185547"/>
                  </a:moveTo>
                  <a:cubicBezTo>
                    <a:pt x="0" y="82296"/>
                    <a:pt x="85471" y="0"/>
                    <a:pt x="189103" y="0"/>
                  </a:cubicBezTo>
                  <a:lnTo>
                    <a:pt x="4185539" y="0"/>
                  </a:lnTo>
                  <a:lnTo>
                    <a:pt x="4185539" y="33020"/>
                  </a:lnTo>
                  <a:lnTo>
                    <a:pt x="4185539" y="0"/>
                  </a:lnTo>
                  <a:cubicBezTo>
                    <a:pt x="4289298" y="0"/>
                    <a:pt x="4374642" y="82296"/>
                    <a:pt x="4374642" y="185547"/>
                  </a:cubicBezTo>
                  <a:lnTo>
                    <a:pt x="4341622" y="185547"/>
                  </a:lnTo>
                  <a:lnTo>
                    <a:pt x="4374642" y="185547"/>
                  </a:lnTo>
                  <a:lnTo>
                    <a:pt x="4374642" y="1558290"/>
                  </a:lnTo>
                  <a:lnTo>
                    <a:pt x="4341622" y="1558290"/>
                  </a:lnTo>
                  <a:lnTo>
                    <a:pt x="4374642" y="1558290"/>
                  </a:lnTo>
                  <a:cubicBezTo>
                    <a:pt x="4374642" y="1661541"/>
                    <a:pt x="4289171" y="1743837"/>
                    <a:pt x="4185539" y="1743837"/>
                  </a:cubicBezTo>
                  <a:lnTo>
                    <a:pt x="4185539" y="1710817"/>
                  </a:lnTo>
                  <a:lnTo>
                    <a:pt x="4185539" y="1743837"/>
                  </a:lnTo>
                  <a:lnTo>
                    <a:pt x="189103" y="1743837"/>
                  </a:lnTo>
                  <a:lnTo>
                    <a:pt x="189103" y="1710817"/>
                  </a:lnTo>
                  <a:lnTo>
                    <a:pt x="189103" y="1743837"/>
                  </a:lnTo>
                  <a:cubicBezTo>
                    <a:pt x="85471" y="1743837"/>
                    <a:pt x="0" y="1661414"/>
                    <a:pt x="0" y="1558290"/>
                  </a:cubicBezTo>
                  <a:lnTo>
                    <a:pt x="0" y="185547"/>
                  </a:lnTo>
                  <a:lnTo>
                    <a:pt x="33020" y="185547"/>
                  </a:lnTo>
                  <a:lnTo>
                    <a:pt x="0" y="185547"/>
                  </a:lnTo>
                  <a:moveTo>
                    <a:pt x="66040" y="185547"/>
                  </a:moveTo>
                  <a:lnTo>
                    <a:pt x="66040" y="1558290"/>
                  </a:lnTo>
                  <a:lnTo>
                    <a:pt x="33020" y="1558290"/>
                  </a:lnTo>
                  <a:lnTo>
                    <a:pt x="66040" y="1558290"/>
                  </a:lnTo>
                  <a:cubicBezTo>
                    <a:pt x="66040" y="1623568"/>
                    <a:pt x="120396" y="1677797"/>
                    <a:pt x="189103" y="1677797"/>
                  </a:cubicBezTo>
                  <a:lnTo>
                    <a:pt x="4185539" y="1677797"/>
                  </a:lnTo>
                  <a:cubicBezTo>
                    <a:pt x="4254246" y="1677797"/>
                    <a:pt x="4308602" y="1623568"/>
                    <a:pt x="4308602" y="1558290"/>
                  </a:cubicBezTo>
                  <a:lnTo>
                    <a:pt x="4308602" y="185547"/>
                  </a:lnTo>
                  <a:cubicBezTo>
                    <a:pt x="4308602" y="120269"/>
                    <a:pt x="4254246" y="66040"/>
                    <a:pt x="4185539" y="66040"/>
                  </a:cubicBezTo>
                  <a:lnTo>
                    <a:pt x="189103" y="66040"/>
                  </a:lnTo>
                  <a:lnTo>
                    <a:pt x="189103" y="33020"/>
                  </a:lnTo>
                  <a:lnTo>
                    <a:pt x="189103" y="66040"/>
                  </a:lnTo>
                  <a:cubicBezTo>
                    <a:pt x="120396" y="66040"/>
                    <a:pt x="66040" y="120269"/>
                    <a:pt x="66040" y="185547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88222" y="6788444"/>
            <a:ext cx="629126" cy="686333"/>
            <a:chOff x="0" y="0"/>
            <a:chExt cx="838835" cy="9151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38835" cy="915035"/>
            </a:xfrm>
            <a:custGeom>
              <a:avLst/>
              <a:gdLst/>
              <a:ahLst/>
              <a:cxnLst/>
              <a:rect r="r" b="b" t="t" l="l"/>
              <a:pathLst>
                <a:path h="915035" w="838835">
                  <a:moveTo>
                    <a:pt x="0" y="419354"/>
                  </a:moveTo>
                  <a:cubicBezTo>
                    <a:pt x="0" y="187833"/>
                    <a:pt x="187833" y="0"/>
                    <a:pt x="419354" y="0"/>
                  </a:cubicBezTo>
                  <a:cubicBezTo>
                    <a:pt x="650875" y="0"/>
                    <a:pt x="838835" y="187833"/>
                    <a:pt x="838835" y="419354"/>
                  </a:cubicBezTo>
                  <a:lnTo>
                    <a:pt x="838835" y="495681"/>
                  </a:lnTo>
                  <a:cubicBezTo>
                    <a:pt x="838835" y="727329"/>
                    <a:pt x="651002" y="915035"/>
                    <a:pt x="419481" y="915035"/>
                  </a:cubicBezTo>
                  <a:cubicBezTo>
                    <a:pt x="187960" y="915035"/>
                    <a:pt x="0" y="727329"/>
                    <a:pt x="0" y="495681"/>
                  </a:cubicBezTo>
                  <a:close/>
                </a:path>
              </a:pathLst>
            </a:custGeom>
            <a:solidFill>
              <a:srgbClr val="F3F2F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31212" y="6978620"/>
            <a:ext cx="343157" cy="248793"/>
            <a:chOff x="0" y="0"/>
            <a:chExt cx="457543" cy="331724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031823" y="6731256"/>
            <a:ext cx="1744389" cy="424054"/>
            <a:chOff x="0" y="0"/>
            <a:chExt cx="2325853" cy="56540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25857" cy="565398"/>
            </a:xfrm>
            <a:custGeom>
              <a:avLst/>
              <a:gdLst/>
              <a:ahLst/>
              <a:cxnLst/>
              <a:rect r="r" b="b" t="t" l="l"/>
              <a:pathLst>
                <a:path h="565398" w="2325857">
                  <a:moveTo>
                    <a:pt x="0" y="0"/>
                  </a:moveTo>
                  <a:lnTo>
                    <a:pt x="2325857" y="0"/>
                  </a:lnTo>
                  <a:lnTo>
                    <a:pt x="2325857" y="565398"/>
                  </a:lnTo>
                  <a:lnTo>
                    <a:pt x="0" y="5653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748" r="0" b="-1556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325853" cy="565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 b="true">
                  <a:solidFill>
                    <a:srgbClr val="3231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Tier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031823" y="7074422"/>
            <a:ext cx="1744389" cy="457557"/>
            <a:chOff x="0" y="0"/>
            <a:chExt cx="2325853" cy="61007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25857" cy="610071"/>
            </a:xfrm>
            <a:custGeom>
              <a:avLst/>
              <a:gdLst/>
              <a:ahLst/>
              <a:cxnLst/>
              <a:rect r="r" b="b" t="t" l="l"/>
              <a:pathLst>
                <a:path h="610071" w="2325857">
                  <a:moveTo>
                    <a:pt x="0" y="0"/>
                  </a:moveTo>
                  <a:lnTo>
                    <a:pt x="2325857" y="0"/>
                  </a:lnTo>
                  <a:lnTo>
                    <a:pt x="2325857" y="610071"/>
                  </a:lnTo>
                  <a:lnTo>
                    <a:pt x="0" y="6100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84" r="0" b="-2428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325853" cy="619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7"/>
                </a:lnSpc>
              </a:pPr>
              <a:r>
                <a:rPr lang="en-US" sz="1256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Azure SQL Database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20281" y="7950451"/>
            <a:ext cx="3280991" cy="1307849"/>
            <a:chOff x="0" y="0"/>
            <a:chExt cx="4374655" cy="17437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33020" y="33020"/>
              <a:ext cx="4308602" cy="1677797"/>
            </a:xfrm>
            <a:custGeom>
              <a:avLst/>
              <a:gdLst/>
              <a:ahLst/>
              <a:cxnLst/>
              <a:rect r="r" b="b" t="t" l="l"/>
              <a:pathLst>
                <a:path h="1677797" w="4308602">
                  <a:moveTo>
                    <a:pt x="0" y="152527"/>
                  </a:moveTo>
                  <a:cubicBezTo>
                    <a:pt x="0" y="68326"/>
                    <a:pt x="69977" y="0"/>
                    <a:pt x="156083" y="0"/>
                  </a:cubicBezTo>
                  <a:lnTo>
                    <a:pt x="4152519" y="0"/>
                  </a:lnTo>
                  <a:cubicBezTo>
                    <a:pt x="4238752" y="0"/>
                    <a:pt x="4308602" y="68326"/>
                    <a:pt x="4308602" y="152527"/>
                  </a:cubicBezTo>
                  <a:lnTo>
                    <a:pt x="4308602" y="1525270"/>
                  </a:lnTo>
                  <a:cubicBezTo>
                    <a:pt x="4308602" y="1609471"/>
                    <a:pt x="4238752" y="1677797"/>
                    <a:pt x="4152519" y="1677797"/>
                  </a:cubicBezTo>
                  <a:lnTo>
                    <a:pt x="156083" y="1677797"/>
                  </a:lnTo>
                  <a:cubicBezTo>
                    <a:pt x="69850" y="1677797"/>
                    <a:pt x="0" y="1609471"/>
                    <a:pt x="0" y="15252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74642" cy="1743837"/>
            </a:xfrm>
            <a:custGeom>
              <a:avLst/>
              <a:gdLst/>
              <a:ahLst/>
              <a:cxnLst/>
              <a:rect r="r" b="b" t="t" l="l"/>
              <a:pathLst>
                <a:path h="1743837" w="4374642">
                  <a:moveTo>
                    <a:pt x="0" y="185547"/>
                  </a:moveTo>
                  <a:cubicBezTo>
                    <a:pt x="0" y="82296"/>
                    <a:pt x="85471" y="0"/>
                    <a:pt x="189103" y="0"/>
                  </a:cubicBezTo>
                  <a:lnTo>
                    <a:pt x="4185539" y="0"/>
                  </a:lnTo>
                  <a:lnTo>
                    <a:pt x="4185539" y="33020"/>
                  </a:lnTo>
                  <a:lnTo>
                    <a:pt x="4185539" y="0"/>
                  </a:lnTo>
                  <a:cubicBezTo>
                    <a:pt x="4289298" y="0"/>
                    <a:pt x="4374642" y="82296"/>
                    <a:pt x="4374642" y="185547"/>
                  </a:cubicBezTo>
                  <a:lnTo>
                    <a:pt x="4341622" y="185547"/>
                  </a:lnTo>
                  <a:lnTo>
                    <a:pt x="4374642" y="185547"/>
                  </a:lnTo>
                  <a:lnTo>
                    <a:pt x="4374642" y="1558290"/>
                  </a:lnTo>
                  <a:lnTo>
                    <a:pt x="4341622" y="1558290"/>
                  </a:lnTo>
                  <a:lnTo>
                    <a:pt x="4374642" y="1558290"/>
                  </a:lnTo>
                  <a:cubicBezTo>
                    <a:pt x="4374642" y="1661541"/>
                    <a:pt x="4289171" y="1743837"/>
                    <a:pt x="4185539" y="1743837"/>
                  </a:cubicBezTo>
                  <a:lnTo>
                    <a:pt x="4185539" y="1710817"/>
                  </a:lnTo>
                  <a:lnTo>
                    <a:pt x="4185539" y="1743837"/>
                  </a:lnTo>
                  <a:lnTo>
                    <a:pt x="189103" y="1743837"/>
                  </a:lnTo>
                  <a:lnTo>
                    <a:pt x="189103" y="1710817"/>
                  </a:lnTo>
                  <a:lnTo>
                    <a:pt x="189103" y="1743837"/>
                  </a:lnTo>
                  <a:cubicBezTo>
                    <a:pt x="85471" y="1743837"/>
                    <a:pt x="0" y="1661414"/>
                    <a:pt x="0" y="1558290"/>
                  </a:cubicBezTo>
                  <a:lnTo>
                    <a:pt x="0" y="185547"/>
                  </a:lnTo>
                  <a:lnTo>
                    <a:pt x="33020" y="185547"/>
                  </a:lnTo>
                  <a:lnTo>
                    <a:pt x="0" y="185547"/>
                  </a:lnTo>
                  <a:moveTo>
                    <a:pt x="66040" y="185547"/>
                  </a:moveTo>
                  <a:lnTo>
                    <a:pt x="66040" y="1558290"/>
                  </a:lnTo>
                  <a:lnTo>
                    <a:pt x="33020" y="1558290"/>
                  </a:lnTo>
                  <a:lnTo>
                    <a:pt x="66040" y="1558290"/>
                  </a:lnTo>
                  <a:cubicBezTo>
                    <a:pt x="66040" y="1623568"/>
                    <a:pt x="120396" y="1677797"/>
                    <a:pt x="189103" y="1677797"/>
                  </a:cubicBezTo>
                  <a:lnTo>
                    <a:pt x="4185539" y="1677797"/>
                  </a:lnTo>
                  <a:cubicBezTo>
                    <a:pt x="4254246" y="1677797"/>
                    <a:pt x="4308602" y="1623568"/>
                    <a:pt x="4308602" y="1558290"/>
                  </a:cubicBezTo>
                  <a:lnTo>
                    <a:pt x="4308602" y="185547"/>
                  </a:lnTo>
                  <a:cubicBezTo>
                    <a:pt x="4308602" y="120269"/>
                    <a:pt x="4254246" y="66040"/>
                    <a:pt x="4185539" y="66040"/>
                  </a:cubicBezTo>
                  <a:lnTo>
                    <a:pt x="189103" y="66040"/>
                  </a:lnTo>
                  <a:lnTo>
                    <a:pt x="189103" y="33020"/>
                  </a:lnTo>
                  <a:lnTo>
                    <a:pt x="189103" y="66040"/>
                  </a:lnTo>
                  <a:cubicBezTo>
                    <a:pt x="120396" y="66040"/>
                    <a:pt x="66040" y="120269"/>
                    <a:pt x="66040" y="185547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88222" y="8261209"/>
            <a:ext cx="629126" cy="686333"/>
            <a:chOff x="0" y="0"/>
            <a:chExt cx="838835" cy="9151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38835" cy="915035"/>
            </a:xfrm>
            <a:custGeom>
              <a:avLst/>
              <a:gdLst/>
              <a:ahLst/>
              <a:cxnLst/>
              <a:rect r="r" b="b" t="t" l="l"/>
              <a:pathLst>
                <a:path h="915035" w="838835">
                  <a:moveTo>
                    <a:pt x="0" y="419354"/>
                  </a:moveTo>
                  <a:cubicBezTo>
                    <a:pt x="0" y="187833"/>
                    <a:pt x="187833" y="0"/>
                    <a:pt x="419354" y="0"/>
                  </a:cubicBezTo>
                  <a:cubicBezTo>
                    <a:pt x="650875" y="0"/>
                    <a:pt x="838835" y="187833"/>
                    <a:pt x="838835" y="419354"/>
                  </a:cubicBezTo>
                  <a:lnTo>
                    <a:pt x="838835" y="495681"/>
                  </a:lnTo>
                  <a:cubicBezTo>
                    <a:pt x="838835" y="727329"/>
                    <a:pt x="651002" y="915035"/>
                    <a:pt x="419481" y="915035"/>
                  </a:cubicBezTo>
                  <a:cubicBezTo>
                    <a:pt x="187960" y="915035"/>
                    <a:pt x="0" y="727329"/>
                    <a:pt x="0" y="495681"/>
                  </a:cubicBezTo>
                  <a:close/>
                </a:path>
              </a:pathLst>
            </a:custGeom>
            <a:solidFill>
              <a:srgbClr val="F3F2F1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31212" y="8442803"/>
            <a:ext cx="343157" cy="265957"/>
            <a:chOff x="0" y="0"/>
            <a:chExt cx="457543" cy="354609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-7"/>
              </a:stretch>
            </a:blip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4528766" y="1863131"/>
            <a:ext cx="13205659" cy="7395169"/>
          </a:xfrm>
          <a:custGeom>
            <a:avLst/>
            <a:gdLst/>
            <a:ahLst/>
            <a:cxnLst/>
            <a:rect r="r" b="b" t="t" l="l"/>
            <a:pathLst>
              <a:path h="7395169" w="13205659">
                <a:moveTo>
                  <a:pt x="0" y="0"/>
                </a:moveTo>
                <a:lnTo>
                  <a:pt x="13205659" y="0"/>
                </a:lnTo>
                <a:lnTo>
                  <a:pt x="13205659" y="7395169"/>
                </a:lnTo>
                <a:lnTo>
                  <a:pt x="0" y="739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873838" y="8318940"/>
            <a:ext cx="173878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2"/>
              </a:lnSpc>
              <a:spcBef>
                <a:spcPct val="0"/>
              </a:spcBef>
            </a:pPr>
            <a:r>
              <a:rPr lang="en-US" sz="14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Monitoring</a:t>
            </a:r>
          </a:p>
          <a:p>
            <a:pPr algn="ctr">
              <a:lnSpc>
                <a:spcPts val="1722"/>
              </a:lnSpc>
              <a:spcBef>
                <a:spcPct val="0"/>
              </a:spcBef>
            </a:pPr>
            <a:r>
              <a:rPr lang="en-US" sz="14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Log Analytics + Alerts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571929" y="341820"/>
            <a:ext cx="6476636" cy="746224"/>
            <a:chOff x="0" y="0"/>
            <a:chExt cx="8635515" cy="99496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635509" cy="994958"/>
            </a:xfrm>
            <a:custGeom>
              <a:avLst/>
              <a:gdLst/>
              <a:ahLst/>
              <a:cxnLst/>
              <a:rect r="r" b="b" t="t" l="l"/>
              <a:pathLst>
                <a:path h="994958" w="8635509">
                  <a:moveTo>
                    <a:pt x="0" y="0"/>
                  </a:moveTo>
                  <a:lnTo>
                    <a:pt x="8635509" y="0"/>
                  </a:lnTo>
                  <a:lnTo>
                    <a:pt x="8635509" y="994958"/>
                  </a:lnTo>
                  <a:lnTo>
                    <a:pt x="0" y="99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22" r="9264" b="-8027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8635515" cy="1004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Azure 3-Tier E-Commerce Application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6389080" y="209531"/>
            <a:ext cx="1405661" cy="1010802"/>
            <a:chOff x="0" y="0"/>
            <a:chExt cx="692506" cy="49797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2511" cy="497981"/>
            </a:xfrm>
            <a:custGeom>
              <a:avLst/>
              <a:gdLst/>
              <a:ahLst/>
              <a:cxnLst/>
              <a:rect r="r" b="b" t="t" l="l"/>
              <a:pathLst>
                <a:path h="497981" w="692511">
                  <a:moveTo>
                    <a:pt x="0" y="0"/>
                  </a:moveTo>
                  <a:lnTo>
                    <a:pt x="692511" y="0"/>
                  </a:lnTo>
                  <a:lnTo>
                    <a:pt x="692511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335" t="0" r="8112" b="272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92506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41921"/>
            <a:ext cx="4703775" cy="1471439"/>
            <a:chOff x="0" y="0"/>
            <a:chExt cx="5890908" cy="1842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0904" cy="1842802"/>
            </a:xfrm>
            <a:custGeom>
              <a:avLst/>
              <a:gdLst/>
              <a:ahLst/>
              <a:cxnLst/>
              <a:rect r="r" b="b" t="t" l="l"/>
              <a:pathLst>
                <a:path h="1842802" w="5890904">
                  <a:moveTo>
                    <a:pt x="0" y="0"/>
                  </a:moveTo>
                  <a:lnTo>
                    <a:pt x="5890904" y="0"/>
                  </a:lnTo>
                  <a:lnTo>
                    <a:pt x="5890904" y="1842802"/>
                  </a:lnTo>
                  <a:lnTo>
                    <a:pt x="0" y="18428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63" r="0" b="-109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890908" cy="189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88"/>
                </a:lnSpc>
              </a:pPr>
              <a:r>
                <a:rPr lang="en-US" sz="3230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Request Flow in the App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881795"/>
            <a:ext cx="548014" cy="548024"/>
            <a:chOff x="0" y="0"/>
            <a:chExt cx="686321" cy="686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6308" cy="686308"/>
            </a:xfrm>
            <a:custGeom>
              <a:avLst/>
              <a:gdLst/>
              <a:ahLst/>
              <a:cxnLst/>
              <a:rect r="r" b="b" t="t" l="l"/>
              <a:pathLst>
                <a:path h="686308" w="686308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cubicBezTo>
                    <a:pt x="532638" y="0"/>
                    <a:pt x="686308" y="153670"/>
                    <a:pt x="686308" y="343154"/>
                  </a:cubicBezTo>
                  <a:cubicBezTo>
                    <a:pt x="686308" y="532638"/>
                    <a:pt x="532638" y="686308"/>
                    <a:pt x="343154" y="686308"/>
                  </a:cubicBezTo>
                  <a:cubicBezTo>
                    <a:pt x="153670" y="686308"/>
                    <a:pt x="0" y="532638"/>
                    <a:pt x="0" y="343154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57038" y="4881795"/>
            <a:ext cx="548014" cy="548024"/>
            <a:chOff x="0" y="0"/>
            <a:chExt cx="686321" cy="686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318" cy="686336"/>
            </a:xfrm>
            <a:custGeom>
              <a:avLst/>
              <a:gdLst/>
              <a:ahLst/>
              <a:cxnLst/>
              <a:rect r="r" b="b" t="t" l="l"/>
              <a:pathLst>
                <a:path h="686336" w="686318">
                  <a:moveTo>
                    <a:pt x="0" y="0"/>
                  </a:moveTo>
                  <a:lnTo>
                    <a:pt x="686318" y="0"/>
                  </a:lnTo>
                  <a:lnTo>
                    <a:pt x="686318" y="686336"/>
                  </a:lnTo>
                  <a:lnTo>
                    <a:pt x="0" y="686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6" t="0" r="-7830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86321" cy="686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05052" y="4881795"/>
            <a:ext cx="2846617" cy="502360"/>
            <a:chOff x="0" y="0"/>
            <a:chExt cx="3565042" cy="6291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65045" cy="629141"/>
            </a:xfrm>
            <a:custGeom>
              <a:avLst/>
              <a:gdLst/>
              <a:ahLst/>
              <a:cxnLst/>
              <a:rect r="r" b="b" t="t" l="l"/>
              <a:pathLst>
                <a:path h="629141" w="3565045">
                  <a:moveTo>
                    <a:pt x="0" y="0"/>
                  </a:moveTo>
                  <a:lnTo>
                    <a:pt x="3565045" y="0"/>
                  </a:lnTo>
                  <a:lnTo>
                    <a:pt x="3565045" y="629141"/>
                  </a:lnTo>
                  <a:lnTo>
                    <a:pt x="0" y="6291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2" r="0" b="-604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3565042" cy="695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4"/>
                </a:lnSpc>
              </a:pP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User opens the website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5734273"/>
            <a:ext cx="548014" cy="548024"/>
            <a:chOff x="0" y="0"/>
            <a:chExt cx="686321" cy="686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308" cy="686308"/>
            </a:xfrm>
            <a:custGeom>
              <a:avLst/>
              <a:gdLst/>
              <a:ahLst/>
              <a:cxnLst/>
              <a:rect r="r" b="b" t="t" l="l"/>
              <a:pathLst>
                <a:path h="686308" w="686308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cubicBezTo>
                    <a:pt x="532638" y="0"/>
                    <a:pt x="686308" y="153670"/>
                    <a:pt x="686308" y="343154"/>
                  </a:cubicBezTo>
                  <a:cubicBezTo>
                    <a:pt x="686308" y="532638"/>
                    <a:pt x="532638" y="686308"/>
                    <a:pt x="343154" y="686308"/>
                  </a:cubicBezTo>
                  <a:cubicBezTo>
                    <a:pt x="153670" y="686308"/>
                    <a:pt x="0" y="532638"/>
                    <a:pt x="0" y="343154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038" y="5790679"/>
            <a:ext cx="548014" cy="548024"/>
            <a:chOff x="0" y="0"/>
            <a:chExt cx="686321" cy="6863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6318" cy="686336"/>
            </a:xfrm>
            <a:custGeom>
              <a:avLst/>
              <a:gdLst/>
              <a:ahLst/>
              <a:cxnLst/>
              <a:rect r="r" b="b" t="t" l="l"/>
              <a:pathLst>
                <a:path h="686336" w="686318">
                  <a:moveTo>
                    <a:pt x="0" y="0"/>
                  </a:moveTo>
                  <a:lnTo>
                    <a:pt x="686318" y="0"/>
                  </a:lnTo>
                  <a:lnTo>
                    <a:pt x="686318" y="686336"/>
                  </a:lnTo>
                  <a:lnTo>
                    <a:pt x="0" y="686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6" t="0" r="-7830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86321" cy="686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12919" y="5813511"/>
            <a:ext cx="2663952" cy="502360"/>
            <a:chOff x="0" y="0"/>
            <a:chExt cx="3336277" cy="6291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36272" cy="629141"/>
            </a:xfrm>
            <a:custGeom>
              <a:avLst/>
              <a:gdLst/>
              <a:ahLst/>
              <a:cxnLst/>
              <a:rect r="r" b="b" t="t" l="l"/>
              <a:pathLst>
                <a:path h="629141" w="3336272">
                  <a:moveTo>
                    <a:pt x="0" y="0"/>
                  </a:moveTo>
                  <a:lnTo>
                    <a:pt x="3336272" y="0"/>
                  </a:lnTo>
                  <a:lnTo>
                    <a:pt x="3336272" y="629141"/>
                  </a:lnTo>
                  <a:lnTo>
                    <a:pt x="0" y="6291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326" r="0" b="-5332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336277" cy="695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4"/>
                </a:lnSpc>
              </a:pP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Gateway routes traffic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6586761"/>
            <a:ext cx="548014" cy="548024"/>
            <a:chOff x="0" y="0"/>
            <a:chExt cx="686321" cy="6863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6308" cy="686308"/>
            </a:xfrm>
            <a:custGeom>
              <a:avLst/>
              <a:gdLst/>
              <a:ahLst/>
              <a:cxnLst/>
              <a:rect r="r" b="b" t="t" l="l"/>
              <a:pathLst>
                <a:path h="686308" w="686308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cubicBezTo>
                    <a:pt x="532638" y="0"/>
                    <a:pt x="686308" y="153670"/>
                    <a:pt x="686308" y="343154"/>
                  </a:cubicBezTo>
                  <a:cubicBezTo>
                    <a:pt x="686308" y="532638"/>
                    <a:pt x="532638" y="686308"/>
                    <a:pt x="343154" y="686308"/>
                  </a:cubicBezTo>
                  <a:cubicBezTo>
                    <a:pt x="153670" y="686308"/>
                    <a:pt x="0" y="532638"/>
                    <a:pt x="0" y="343154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57038" y="6586761"/>
            <a:ext cx="548014" cy="548024"/>
            <a:chOff x="0" y="0"/>
            <a:chExt cx="686321" cy="6863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6318" cy="686336"/>
            </a:xfrm>
            <a:custGeom>
              <a:avLst/>
              <a:gdLst/>
              <a:ahLst/>
              <a:cxnLst/>
              <a:rect r="r" b="b" t="t" l="l"/>
              <a:pathLst>
                <a:path h="686336" w="686318">
                  <a:moveTo>
                    <a:pt x="0" y="0"/>
                  </a:moveTo>
                  <a:lnTo>
                    <a:pt x="686318" y="0"/>
                  </a:lnTo>
                  <a:lnTo>
                    <a:pt x="686318" y="686336"/>
                  </a:lnTo>
                  <a:lnTo>
                    <a:pt x="0" y="686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6" t="0" r="-7830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86321" cy="686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05052" y="6404086"/>
            <a:ext cx="3927423" cy="913373"/>
            <a:chOff x="0" y="0"/>
            <a:chExt cx="4918621" cy="11438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18619" cy="1143894"/>
            </a:xfrm>
            <a:custGeom>
              <a:avLst/>
              <a:gdLst/>
              <a:ahLst/>
              <a:cxnLst/>
              <a:rect r="r" b="b" t="t" l="l"/>
              <a:pathLst>
                <a:path h="1143894" w="4918619">
                  <a:moveTo>
                    <a:pt x="0" y="0"/>
                  </a:moveTo>
                  <a:lnTo>
                    <a:pt x="4918619" y="0"/>
                  </a:lnTo>
                  <a:lnTo>
                    <a:pt x="4918619" y="1143894"/>
                  </a:lnTo>
                  <a:lnTo>
                    <a:pt x="0" y="11438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3" r="0" b="-3378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4918621" cy="1210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4"/>
                </a:lnSpc>
              </a:pP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Backend processes API requests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7439585"/>
            <a:ext cx="548014" cy="548024"/>
            <a:chOff x="0" y="0"/>
            <a:chExt cx="686321" cy="6863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6308" cy="686308"/>
            </a:xfrm>
            <a:custGeom>
              <a:avLst/>
              <a:gdLst/>
              <a:ahLst/>
              <a:cxnLst/>
              <a:rect r="r" b="b" t="t" l="l"/>
              <a:pathLst>
                <a:path h="686308" w="686308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cubicBezTo>
                    <a:pt x="532638" y="0"/>
                    <a:pt x="686308" y="153670"/>
                    <a:pt x="686308" y="343154"/>
                  </a:cubicBezTo>
                  <a:cubicBezTo>
                    <a:pt x="686308" y="532638"/>
                    <a:pt x="532638" y="686308"/>
                    <a:pt x="343154" y="686308"/>
                  </a:cubicBezTo>
                  <a:cubicBezTo>
                    <a:pt x="153670" y="686308"/>
                    <a:pt x="0" y="532638"/>
                    <a:pt x="0" y="343154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57038" y="7416753"/>
            <a:ext cx="548014" cy="548024"/>
            <a:chOff x="0" y="0"/>
            <a:chExt cx="686321" cy="6863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6318" cy="686336"/>
            </a:xfrm>
            <a:custGeom>
              <a:avLst/>
              <a:gdLst/>
              <a:ahLst/>
              <a:cxnLst/>
              <a:rect r="r" b="b" t="t" l="l"/>
              <a:pathLst>
                <a:path h="686336" w="686318">
                  <a:moveTo>
                    <a:pt x="0" y="0"/>
                  </a:moveTo>
                  <a:lnTo>
                    <a:pt x="686318" y="0"/>
                  </a:lnTo>
                  <a:lnTo>
                    <a:pt x="686318" y="686336"/>
                  </a:lnTo>
                  <a:lnTo>
                    <a:pt x="0" y="686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6" t="0" r="-7830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86321" cy="686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12919" y="7462417"/>
            <a:ext cx="3394630" cy="502360"/>
            <a:chOff x="0" y="0"/>
            <a:chExt cx="4251363" cy="6291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51363" cy="629141"/>
            </a:xfrm>
            <a:custGeom>
              <a:avLst/>
              <a:gdLst/>
              <a:ahLst/>
              <a:cxnLst/>
              <a:rect r="r" b="b" t="t" l="l"/>
              <a:pathLst>
                <a:path h="629141" w="4251363">
                  <a:moveTo>
                    <a:pt x="0" y="0"/>
                  </a:moveTo>
                  <a:lnTo>
                    <a:pt x="4251363" y="0"/>
                  </a:lnTo>
                  <a:lnTo>
                    <a:pt x="4251363" y="629141"/>
                  </a:lnTo>
                  <a:lnTo>
                    <a:pt x="0" y="6291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67" r="0" b="-8166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4251363" cy="695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4"/>
                </a:lnSpc>
              </a:pP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SQL stores and returns data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8879172" y="2841921"/>
            <a:ext cx="8380128" cy="5897515"/>
          </a:xfrm>
          <a:custGeom>
            <a:avLst/>
            <a:gdLst/>
            <a:ahLst/>
            <a:cxnLst/>
            <a:rect r="r" b="b" t="t" l="l"/>
            <a:pathLst>
              <a:path h="5897515" w="8380128">
                <a:moveTo>
                  <a:pt x="0" y="0"/>
                </a:moveTo>
                <a:lnTo>
                  <a:pt x="8380128" y="0"/>
                </a:lnTo>
                <a:lnTo>
                  <a:pt x="8380128" y="5897516"/>
                </a:lnTo>
                <a:lnTo>
                  <a:pt x="0" y="5897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0" y="0"/>
            <a:ext cx="18288000" cy="1429864"/>
            <a:chOff x="0" y="0"/>
            <a:chExt cx="24384000" cy="19064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26" cy="1906524"/>
            </a:xfrm>
            <a:custGeom>
              <a:avLst/>
              <a:gdLst/>
              <a:ahLst/>
              <a:cxnLst/>
              <a:rect r="r" b="b" t="t" l="l"/>
              <a:pathLst>
                <a:path h="1906524" w="24384026">
                  <a:moveTo>
                    <a:pt x="0" y="0"/>
                  </a:moveTo>
                  <a:lnTo>
                    <a:pt x="24384026" y="0"/>
                  </a:lnTo>
                  <a:lnTo>
                    <a:pt x="24384026" y="1906524"/>
                  </a:lnTo>
                  <a:lnTo>
                    <a:pt x="0" y="1906524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-5400000">
            <a:off x="12709489" y="591012"/>
            <a:ext cx="898055" cy="247840"/>
            <a:chOff x="0" y="0"/>
            <a:chExt cx="1197407" cy="3304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97381" cy="330454"/>
            </a:xfrm>
            <a:custGeom>
              <a:avLst/>
              <a:gdLst/>
              <a:ahLst/>
              <a:cxnLst/>
              <a:rect r="r" b="b" t="t" l="l"/>
              <a:pathLst>
                <a:path h="330454" w="1197381">
                  <a:moveTo>
                    <a:pt x="170120" y="0"/>
                  </a:moveTo>
                  <a:lnTo>
                    <a:pt x="1027260" y="0"/>
                  </a:lnTo>
                  <a:cubicBezTo>
                    <a:pt x="1121278" y="0"/>
                    <a:pt x="1197381" y="73914"/>
                    <a:pt x="1197381" y="165227"/>
                  </a:cubicBezTo>
                  <a:lnTo>
                    <a:pt x="1197381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6103" y="0"/>
                    <a:pt x="170120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6389080" y="209531"/>
            <a:ext cx="1405661" cy="1010802"/>
            <a:chOff x="0" y="0"/>
            <a:chExt cx="692506" cy="49797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2511" cy="497981"/>
            </a:xfrm>
            <a:custGeom>
              <a:avLst/>
              <a:gdLst/>
              <a:ahLst/>
              <a:cxnLst/>
              <a:rect r="r" b="b" t="t" l="l"/>
              <a:pathLst>
                <a:path h="497981" w="692511">
                  <a:moveTo>
                    <a:pt x="0" y="0"/>
                  </a:moveTo>
                  <a:lnTo>
                    <a:pt x="692511" y="0"/>
                  </a:lnTo>
                  <a:lnTo>
                    <a:pt x="692511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335" t="0" r="8112" b="272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92506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90979" y="341820"/>
            <a:ext cx="6476636" cy="746224"/>
            <a:chOff x="0" y="0"/>
            <a:chExt cx="8635515" cy="9949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635509" cy="994958"/>
            </a:xfrm>
            <a:custGeom>
              <a:avLst/>
              <a:gdLst/>
              <a:ahLst/>
              <a:cxnLst/>
              <a:rect r="r" b="b" t="t" l="l"/>
              <a:pathLst>
                <a:path h="994958" w="8635509">
                  <a:moveTo>
                    <a:pt x="0" y="0"/>
                  </a:moveTo>
                  <a:lnTo>
                    <a:pt x="8635509" y="0"/>
                  </a:lnTo>
                  <a:lnTo>
                    <a:pt x="8635509" y="994958"/>
                  </a:lnTo>
                  <a:lnTo>
                    <a:pt x="0" y="99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22" r="9264" b="-8027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8635515" cy="1004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Azure 3-Tier E-Commerce Application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995621"/>
            <a:ext cx="6339655" cy="7733671"/>
            <a:chOff x="0" y="0"/>
            <a:chExt cx="8452873" cy="10311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316" y="8255"/>
              <a:ext cx="8426404" cy="10295001"/>
            </a:xfrm>
            <a:custGeom>
              <a:avLst/>
              <a:gdLst/>
              <a:ahLst/>
              <a:cxnLst/>
              <a:rect r="r" b="b" t="t" l="l"/>
              <a:pathLst>
                <a:path h="10295001" w="8426404">
                  <a:moveTo>
                    <a:pt x="0" y="305435"/>
                  </a:moveTo>
                  <a:cubicBezTo>
                    <a:pt x="0" y="136779"/>
                    <a:pt x="220227" y="0"/>
                    <a:pt x="492080" y="0"/>
                  </a:cubicBezTo>
                  <a:lnTo>
                    <a:pt x="7934325" y="0"/>
                  </a:lnTo>
                  <a:cubicBezTo>
                    <a:pt x="8205973" y="0"/>
                    <a:pt x="8426405" y="136779"/>
                    <a:pt x="8426405" y="305435"/>
                  </a:cubicBezTo>
                  <a:lnTo>
                    <a:pt x="8426405" y="9989566"/>
                  </a:lnTo>
                  <a:cubicBezTo>
                    <a:pt x="8426405" y="10158222"/>
                    <a:pt x="8206178" y="10295001"/>
                    <a:pt x="7934325" y="10295001"/>
                  </a:cubicBezTo>
                  <a:lnTo>
                    <a:pt x="492080" y="10295001"/>
                  </a:lnTo>
                  <a:cubicBezTo>
                    <a:pt x="220227" y="10295001"/>
                    <a:pt x="0" y="10158222"/>
                    <a:pt x="0" y="998956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52975" cy="10311511"/>
            </a:xfrm>
            <a:custGeom>
              <a:avLst/>
              <a:gdLst/>
              <a:ahLst/>
              <a:cxnLst/>
              <a:rect r="r" b="b" t="t" l="l"/>
              <a:pathLst>
                <a:path h="10311511" w="8452975">
                  <a:moveTo>
                    <a:pt x="0" y="313690"/>
                  </a:moveTo>
                  <a:cubicBezTo>
                    <a:pt x="0" y="140462"/>
                    <a:pt x="226168" y="0"/>
                    <a:pt x="505396" y="0"/>
                  </a:cubicBezTo>
                  <a:lnTo>
                    <a:pt x="7947641" y="0"/>
                  </a:lnTo>
                  <a:lnTo>
                    <a:pt x="7947641" y="8255"/>
                  </a:lnTo>
                  <a:lnTo>
                    <a:pt x="7947641" y="0"/>
                  </a:lnTo>
                  <a:cubicBezTo>
                    <a:pt x="8226664" y="0"/>
                    <a:pt x="8452975" y="140462"/>
                    <a:pt x="8452975" y="313690"/>
                  </a:cubicBezTo>
                  <a:lnTo>
                    <a:pt x="8439721" y="313690"/>
                  </a:lnTo>
                  <a:lnTo>
                    <a:pt x="8452975" y="313690"/>
                  </a:lnTo>
                  <a:lnTo>
                    <a:pt x="8452975" y="9997821"/>
                  </a:lnTo>
                  <a:lnTo>
                    <a:pt x="8439721" y="9997821"/>
                  </a:lnTo>
                  <a:lnTo>
                    <a:pt x="8452975" y="9997821"/>
                  </a:lnTo>
                  <a:cubicBezTo>
                    <a:pt x="8452975" y="10171049"/>
                    <a:pt x="8226868" y="10311511"/>
                    <a:pt x="7947641" y="10311511"/>
                  </a:cubicBezTo>
                  <a:lnTo>
                    <a:pt x="7947641" y="10303256"/>
                  </a:lnTo>
                  <a:lnTo>
                    <a:pt x="7947641" y="10311511"/>
                  </a:lnTo>
                  <a:lnTo>
                    <a:pt x="505396" y="10311511"/>
                  </a:lnTo>
                  <a:lnTo>
                    <a:pt x="505396" y="10303256"/>
                  </a:lnTo>
                  <a:lnTo>
                    <a:pt x="505396" y="10311511"/>
                  </a:lnTo>
                  <a:cubicBezTo>
                    <a:pt x="226168" y="10311511"/>
                    <a:pt x="0" y="10171049"/>
                    <a:pt x="0" y="9997821"/>
                  </a:cubicBezTo>
                  <a:lnTo>
                    <a:pt x="0" y="313690"/>
                  </a:lnTo>
                  <a:lnTo>
                    <a:pt x="13316" y="313690"/>
                  </a:lnTo>
                  <a:lnTo>
                    <a:pt x="0" y="313690"/>
                  </a:lnTo>
                  <a:moveTo>
                    <a:pt x="26632" y="313690"/>
                  </a:moveTo>
                  <a:lnTo>
                    <a:pt x="26632" y="9997821"/>
                  </a:lnTo>
                  <a:lnTo>
                    <a:pt x="13316" y="9997821"/>
                  </a:lnTo>
                  <a:lnTo>
                    <a:pt x="26632" y="9997821"/>
                  </a:lnTo>
                  <a:cubicBezTo>
                    <a:pt x="26632" y="10162032"/>
                    <a:pt x="240918" y="10295001"/>
                    <a:pt x="505396" y="10295001"/>
                  </a:cubicBezTo>
                  <a:lnTo>
                    <a:pt x="7947641" y="10295001"/>
                  </a:lnTo>
                  <a:cubicBezTo>
                    <a:pt x="8211913" y="10295001"/>
                    <a:pt x="8426404" y="10161905"/>
                    <a:pt x="8426404" y="9997821"/>
                  </a:cubicBezTo>
                  <a:lnTo>
                    <a:pt x="8426404" y="313690"/>
                  </a:lnTo>
                  <a:cubicBezTo>
                    <a:pt x="8426404" y="149479"/>
                    <a:pt x="8212119" y="16510"/>
                    <a:pt x="7947641" y="16510"/>
                  </a:cubicBezTo>
                  <a:lnTo>
                    <a:pt x="505396" y="16510"/>
                  </a:lnTo>
                  <a:lnTo>
                    <a:pt x="505396" y="8255"/>
                  </a:lnTo>
                  <a:lnTo>
                    <a:pt x="505396" y="16510"/>
                  </a:lnTo>
                  <a:cubicBezTo>
                    <a:pt x="240918" y="16510"/>
                    <a:pt x="26632" y="149606"/>
                    <a:pt x="26632" y="313690"/>
                  </a:cubicBezTo>
                  <a:close/>
                </a:path>
              </a:pathLst>
            </a:custGeom>
            <a:solidFill>
              <a:srgbClr val="E1DFD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23043" y="2345607"/>
            <a:ext cx="645809" cy="313325"/>
            <a:chOff x="0" y="0"/>
            <a:chExt cx="861078" cy="417767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861037" cy="417830"/>
            </a:xfrm>
            <a:custGeom>
              <a:avLst/>
              <a:gdLst/>
              <a:ahLst/>
              <a:cxnLst/>
              <a:rect r="r" b="b" t="t" l="l"/>
              <a:pathLst>
                <a:path h="417830" w="861037">
                  <a:moveTo>
                    <a:pt x="0" y="0"/>
                  </a:moveTo>
                  <a:lnTo>
                    <a:pt x="861037" y="0"/>
                  </a:lnTo>
                  <a:lnTo>
                    <a:pt x="861037" y="417830"/>
                  </a:lnTo>
                  <a:lnTo>
                    <a:pt x="0" y="417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652" r="-4" b="-3062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99491" y="2265033"/>
            <a:ext cx="3182903" cy="525045"/>
            <a:chOff x="0" y="0"/>
            <a:chExt cx="4243870" cy="7000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43863" cy="700061"/>
            </a:xfrm>
            <a:custGeom>
              <a:avLst/>
              <a:gdLst/>
              <a:ahLst/>
              <a:cxnLst/>
              <a:rect r="r" b="b" t="t" l="l"/>
              <a:pathLst>
                <a:path h="700061" w="4243863">
                  <a:moveTo>
                    <a:pt x="0" y="0"/>
                  </a:moveTo>
                  <a:lnTo>
                    <a:pt x="4243863" y="0"/>
                  </a:lnTo>
                  <a:lnTo>
                    <a:pt x="4243863" y="700061"/>
                  </a:lnTo>
                  <a:lnTo>
                    <a:pt x="0" y="7000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85" r="38007" b="-72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243870" cy="709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8"/>
                </a:lnSpc>
              </a:pPr>
              <a:r>
                <a:rPr lang="en-US" sz="1974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Routing Rules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11314" y="3305895"/>
            <a:ext cx="5426533" cy="4157367"/>
            <a:chOff x="0" y="0"/>
            <a:chExt cx="7187908" cy="55067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6632" y="15857"/>
              <a:ext cx="7134746" cy="5475038"/>
            </a:xfrm>
            <a:custGeom>
              <a:avLst/>
              <a:gdLst/>
              <a:ahLst/>
              <a:cxnLst/>
              <a:rect r="r" b="b" t="t" l="l"/>
              <a:pathLst>
                <a:path h="5475038" w="7134746">
                  <a:moveTo>
                    <a:pt x="0" y="146741"/>
                  </a:moveTo>
                  <a:cubicBezTo>
                    <a:pt x="0" y="65747"/>
                    <a:pt x="110216" y="0"/>
                    <a:pt x="246040" y="0"/>
                  </a:cubicBezTo>
                  <a:lnTo>
                    <a:pt x="6888706" y="0"/>
                  </a:lnTo>
                  <a:cubicBezTo>
                    <a:pt x="7024531" y="0"/>
                    <a:pt x="7134746" y="65747"/>
                    <a:pt x="7134746" y="146741"/>
                  </a:cubicBezTo>
                  <a:lnTo>
                    <a:pt x="7134746" y="5328297"/>
                  </a:lnTo>
                  <a:cubicBezTo>
                    <a:pt x="7134746" y="5409292"/>
                    <a:pt x="7024531" y="5475038"/>
                    <a:pt x="6888706" y="5475038"/>
                  </a:cubicBezTo>
                  <a:lnTo>
                    <a:pt x="246040" y="5475038"/>
                  </a:lnTo>
                  <a:cubicBezTo>
                    <a:pt x="110216" y="5475038"/>
                    <a:pt x="0" y="5409292"/>
                    <a:pt x="0" y="5328297"/>
                  </a:cubicBezTo>
                  <a:close/>
                </a:path>
              </a:pathLst>
            </a:custGeom>
            <a:blipFill>
              <a:blip r:embed="rId3"/>
              <a:stretch>
                <a:fillRect l="-72250" t="-289" r="-33958" b="-443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87971" cy="5506753"/>
            </a:xfrm>
            <a:custGeom>
              <a:avLst/>
              <a:gdLst/>
              <a:ahLst/>
              <a:cxnLst/>
              <a:rect r="r" b="b" t="t" l="l"/>
              <a:pathLst>
                <a:path h="5506753" w="7187971">
                  <a:moveTo>
                    <a:pt x="0" y="162598"/>
                  </a:moveTo>
                  <a:cubicBezTo>
                    <a:pt x="0" y="72822"/>
                    <a:pt x="122098" y="0"/>
                    <a:pt x="272672" y="0"/>
                  </a:cubicBezTo>
                  <a:lnTo>
                    <a:pt x="6915338" y="0"/>
                  </a:lnTo>
                  <a:lnTo>
                    <a:pt x="6915338" y="15857"/>
                  </a:lnTo>
                  <a:lnTo>
                    <a:pt x="6915338" y="0"/>
                  </a:lnTo>
                  <a:cubicBezTo>
                    <a:pt x="7065913" y="0"/>
                    <a:pt x="7187971" y="72822"/>
                    <a:pt x="7187971" y="162598"/>
                  </a:cubicBezTo>
                  <a:lnTo>
                    <a:pt x="7161378" y="162598"/>
                  </a:lnTo>
                  <a:lnTo>
                    <a:pt x="7187971" y="162598"/>
                  </a:lnTo>
                  <a:lnTo>
                    <a:pt x="7187971" y="5344154"/>
                  </a:lnTo>
                  <a:lnTo>
                    <a:pt x="7161378" y="5344154"/>
                  </a:lnTo>
                  <a:lnTo>
                    <a:pt x="7187971" y="5344154"/>
                  </a:lnTo>
                  <a:cubicBezTo>
                    <a:pt x="7187971" y="5433931"/>
                    <a:pt x="7065913" y="5506753"/>
                    <a:pt x="6915338" y="5506753"/>
                  </a:cubicBezTo>
                  <a:lnTo>
                    <a:pt x="6915338" y="5490895"/>
                  </a:lnTo>
                  <a:lnTo>
                    <a:pt x="6915338" y="5506753"/>
                  </a:lnTo>
                  <a:lnTo>
                    <a:pt x="272672" y="5506753"/>
                  </a:lnTo>
                  <a:lnTo>
                    <a:pt x="272672" y="5490895"/>
                  </a:lnTo>
                  <a:lnTo>
                    <a:pt x="272672" y="5506753"/>
                  </a:lnTo>
                  <a:cubicBezTo>
                    <a:pt x="122098" y="5506753"/>
                    <a:pt x="0" y="5433931"/>
                    <a:pt x="0" y="5344154"/>
                  </a:cubicBezTo>
                  <a:lnTo>
                    <a:pt x="0" y="162598"/>
                  </a:lnTo>
                  <a:lnTo>
                    <a:pt x="26632" y="162598"/>
                  </a:lnTo>
                  <a:lnTo>
                    <a:pt x="0" y="162598"/>
                  </a:lnTo>
                  <a:moveTo>
                    <a:pt x="53264" y="162598"/>
                  </a:moveTo>
                  <a:lnTo>
                    <a:pt x="53264" y="5344154"/>
                  </a:lnTo>
                  <a:lnTo>
                    <a:pt x="26632" y="5344154"/>
                  </a:lnTo>
                  <a:lnTo>
                    <a:pt x="53264" y="5344154"/>
                  </a:lnTo>
                  <a:cubicBezTo>
                    <a:pt x="53264" y="5416488"/>
                    <a:pt x="151598" y="5475038"/>
                    <a:pt x="272672" y="5475038"/>
                  </a:cubicBezTo>
                  <a:lnTo>
                    <a:pt x="6915338" y="5475038"/>
                  </a:lnTo>
                  <a:cubicBezTo>
                    <a:pt x="7036412" y="5475038"/>
                    <a:pt x="7134746" y="5416488"/>
                    <a:pt x="7134746" y="5344154"/>
                  </a:cubicBezTo>
                  <a:lnTo>
                    <a:pt x="7134746" y="162598"/>
                  </a:lnTo>
                  <a:cubicBezTo>
                    <a:pt x="7134746" y="90265"/>
                    <a:pt x="7036412" y="31715"/>
                    <a:pt x="6915338" y="31715"/>
                  </a:cubicBezTo>
                  <a:lnTo>
                    <a:pt x="272672" y="31715"/>
                  </a:lnTo>
                  <a:lnTo>
                    <a:pt x="272672" y="15857"/>
                  </a:lnTo>
                  <a:lnTo>
                    <a:pt x="272672" y="31715"/>
                  </a:lnTo>
                  <a:cubicBezTo>
                    <a:pt x="151598" y="31715"/>
                    <a:pt x="53264" y="90265"/>
                    <a:pt x="53264" y="162598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51762" y="7843771"/>
            <a:ext cx="6293530" cy="1871215"/>
            <a:chOff x="0" y="0"/>
            <a:chExt cx="8391373" cy="24949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3316" y="8255"/>
              <a:ext cx="8364741" cy="2478405"/>
            </a:xfrm>
            <a:custGeom>
              <a:avLst/>
              <a:gdLst/>
              <a:ahLst/>
              <a:cxnLst/>
              <a:rect r="r" b="b" t="t" l="l"/>
              <a:pathLst>
                <a:path h="2478405" w="8364741">
                  <a:moveTo>
                    <a:pt x="0" y="0"/>
                  </a:moveTo>
                  <a:lnTo>
                    <a:pt x="8364741" y="0"/>
                  </a:lnTo>
                  <a:lnTo>
                    <a:pt x="8364741" y="2478405"/>
                  </a:lnTo>
                  <a:lnTo>
                    <a:pt x="0" y="2478405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91372" cy="2494915"/>
            </a:xfrm>
            <a:custGeom>
              <a:avLst/>
              <a:gdLst/>
              <a:ahLst/>
              <a:cxnLst/>
              <a:rect r="r" b="b" t="t" l="l"/>
              <a:pathLst>
                <a:path h="2494915" w="8391372">
                  <a:moveTo>
                    <a:pt x="13316" y="0"/>
                  </a:moveTo>
                  <a:lnTo>
                    <a:pt x="8378057" y="0"/>
                  </a:lnTo>
                  <a:cubicBezTo>
                    <a:pt x="8385432" y="0"/>
                    <a:pt x="8391372" y="3683"/>
                    <a:pt x="8391372" y="8255"/>
                  </a:cubicBezTo>
                  <a:lnTo>
                    <a:pt x="8391372" y="2486660"/>
                  </a:lnTo>
                  <a:cubicBezTo>
                    <a:pt x="8391372" y="2491232"/>
                    <a:pt x="8385432" y="2494915"/>
                    <a:pt x="8378057" y="2494915"/>
                  </a:cubicBezTo>
                  <a:lnTo>
                    <a:pt x="13316" y="2494915"/>
                  </a:lnTo>
                  <a:cubicBezTo>
                    <a:pt x="5941" y="2494915"/>
                    <a:pt x="0" y="2491232"/>
                    <a:pt x="0" y="2486660"/>
                  </a:cubicBezTo>
                  <a:lnTo>
                    <a:pt x="0" y="8255"/>
                  </a:lnTo>
                  <a:cubicBezTo>
                    <a:pt x="0" y="3683"/>
                    <a:pt x="5941" y="0"/>
                    <a:pt x="13316" y="0"/>
                  </a:cubicBezTo>
                  <a:moveTo>
                    <a:pt x="13316" y="16510"/>
                  </a:moveTo>
                  <a:lnTo>
                    <a:pt x="13316" y="8255"/>
                  </a:lnTo>
                  <a:lnTo>
                    <a:pt x="26632" y="8255"/>
                  </a:lnTo>
                  <a:lnTo>
                    <a:pt x="26632" y="2486660"/>
                  </a:lnTo>
                  <a:lnTo>
                    <a:pt x="13316" y="2486660"/>
                  </a:lnTo>
                  <a:lnTo>
                    <a:pt x="13316" y="2478405"/>
                  </a:lnTo>
                  <a:lnTo>
                    <a:pt x="8378057" y="2478405"/>
                  </a:lnTo>
                  <a:lnTo>
                    <a:pt x="8378057" y="2486660"/>
                  </a:lnTo>
                  <a:lnTo>
                    <a:pt x="8364741" y="2486660"/>
                  </a:lnTo>
                  <a:lnTo>
                    <a:pt x="8364741" y="8255"/>
                  </a:lnTo>
                  <a:lnTo>
                    <a:pt x="8378057" y="8255"/>
                  </a:lnTo>
                  <a:lnTo>
                    <a:pt x="8378057" y="16510"/>
                  </a:lnTo>
                  <a:lnTo>
                    <a:pt x="13316" y="16510"/>
                  </a:lnTo>
                  <a:close/>
                </a:path>
              </a:pathLst>
            </a:custGeom>
            <a:solidFill>
              <a:srgbClr val="E1DFD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53690" y="8120362"/>
            <a:ext cx="5350952" cy="401194"/>
            <a:chOff x="0" y="0"/>
            <a:chExt cx="7134603" cy="534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4606" cy="534919"/>
            </a:xfrm>
            <a:custGeom>
              <a:avLst/>
              <a:gdLst/>
              <a:ahLst/>
              <a:cxnLst/>
              <a:rect r="r" b="b" t="t" l="l"/>
              <a:pathLst>
                <a:path h="534919" w="7134606">
                  <a:moveTo>
                    <a:pt x="0" y="0"/>
                  </a:moveTo>
                  <a:lnTo>
                    <a:pt x="7134606" y="0"/>
                  </a:lnTo>
                  <a:lnTo>
                    <a:pt x="7134606" y="534919"/>
                  </a:lnTo>
                  <a:lnTo>
                    <a:pt x="0" y="534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687" r="38007" b="-985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134603" cy="53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61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Single public entry point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23043" y="8171269"/>
            <a:ext cx="461294" cy="243916"/>
            <a:chOff x="0" y="0"/>
            <a:chExt cx="615059" cy="325222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614997" cy="325247"/>
            </a:xfrm>
            <a:custGeom>
              <a:avLst/>
              <a:gdLst/>
              <a:ahLst/>
              <a:cxnLst/>
              <a:rect r="r" b="b" t="t" l="l"/>
              <a:pathLst>
                <a:path h="325247" w="614997">
                  <a:moveTo>
                    <a:pt x="0" y="0"/>
                  </a:moveTo>
                  <a:lnTo>
                    <a:pt x="614997" y="0"/>
                  </a:lnTo>
                  <a:lnTo>
                    <a:pt x="614997" y="325247"/>
                  </a:lnTo>
                  <a:lnTo>
                    <a:pt x="0" y="32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652" r="-7" b="-30639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23043" y="8674246"/>
            <a:ext cx="461294" cy="210274"/>
            <a:chOff x="0" y="0"/>
            <a:chExt cx="615059" cy="280365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14997" cy="280416"/>
            </a:xfrm>
            <a:custGeom>
              <a:avLst/>
              <a:gdLst/>
              <a:ahLst/>
              <a:cxnLst/>
              <a:rect r="r" b="b" t="t" l="l"/>
              <a:pathLst>
                <a:path h="280416" w="614997">
                  <a:moveTo>
                    <a:pt x="0" y="0"/>
                  </a:moveTo>
                  <a:lnTo>
                    <a:pt x="614997" y="0"/>
                  </a:lnTo>
                  <a:lnTo>
                    <a:pt x="614997" y="280416"/>
                  </a:lnTo>
                  <a:lnTo>
                    <a:pt x="0" y="28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0652" r="-7" b="-3062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214977" y="8622097"/>
            <a:ext cx="507419" cy="314573"/>
            <a:chOff x="0" y="0"/>
            <a:chExt cx="676558" cy="4194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6622" cy="419481"/>
            </a:xfrm>
            <a:custGeom>
              <a:avLst/>
              <a:gdLst/>
              <a:ahLst/>
              <a:cxnLst/>
              <a:rect r="r" b="b" t="t" l="l"/>
              <a:pathLst>
                <a:path h="419481" w="676622">
                  <a:moveTo>
                    <a:pt x="0" y="152527"/>
                  </a:moveTo>
                  <a:cubicBezTo>
                    <a:pt x="0" y="68326"/>
                    <a:pt x="110216" y="0"/>
                    <a:pt x="246040" y="0"/>
                  </a:cubicBezTo>
                  <a:lnTo>
                    <a:pt x="430621" y="0"/>
                  </a:lnTo>
                  <a:cubicBezTo>
                    <a:pt x="566445" y="0"/>
                    <a:pt x="676622" y="68326"/>
                    <a:pt x="676622" y="152527"/>
                  </a:cubicBezTo>
                  <a:lnTo>
                    <a:pt x="676622" y="266954"/>
                  </a:lnTo>
                  <a:cubicBezTo>
                    <a:pt x="676622" y="351155"/>
                    <a:pt x="566445" y="419481"/>
                    <a:pt x="430621" y="419481"/>
                  </a:cubicBezTo>
                  <a:lnTo>
                    <a:pt x="246040" y="419481"/>
                  </a:lnTo>
                  <a:cubicBezTo>
                    <a:pt x="110216" y="419481"/>
                    <a:pt x="0" y="351155"/>
                    <a:pt x="0" y="266954"/>
                  </a:cubicBezTo>
                  <a:close/>
                </a:path>
              </a:pathLst>
            </a:custGeom>
            <a:solidFill>
              <a:srgbClr val="E1DFD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23043" y="9160402"/>
            <a:ext cx="461294" cy="210274"/>
            <a:chOff x="0" y="0"/>
            <a:chExt cx="615059" cy="280365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614997" cy="280416"/>
            </a:xfrm>
            <a:custGeom>
              <a:avLst/>
              <a:gdLst/>
              <a:ahLst/>
              <a:cxnLst/>
              <a:rect r="r" b="b" t="t" l="l"/>
              <a:pathLst>
                <a:path h="280416" w="614997">
                  <a:moveTo>
                    <a:pt x="0" y="0"/>
                  </a:moveTo>
                  <a:lnTo>
                    <a:pt x="614997" y="0"/>
                  </a:lnTo>
                  <a:lnTo>
                    <a:pt x="614997" y="280416"/>
                  </a:lnTo>
                  <a:lnTo>
                    <a:pt x="0" y="28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0652" r="-7" b="-30623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214977" y="9108253"/>
            <a:ext cx="1614506" cy="314573"/>
            <a:chOff x="0" y="0"/>
            <a:chExt cx="2152675" cy="4194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2687" cy="419481"/>
            </a:xfrm>
            <a:custGeom>
              <a:avLst/>
              <a:gdLst/>
              <a:ahLst/>
              <a:cxnLst/>
              <a:rect r="r" b="b" t="t" l="l"/>
              <a:pathLst>
                <a:path h="419481" w="2152687">
                  <a:moveTo>
                    <a:pt x="0" y="152527"/>
                  </a:moveTo>
                  <a:cubicBezTo>
                    <a:pt x="0" y="68326"/>
                    <a:pt x="110216" y="0"/>
                    <a:pt x="246040" y="0"/>
                  </a:cubicBezTo>
                  <a:lnTo>
                    <a:pt x="1906655" y="0"/>
                  </a:lnTo>
                  <a:cubicBezTo>
                    <a:pt x="2042479" y="0"/>
                    <a:pt x="2152687" y="68326"/>
                    <a:pt x="2152687" y="152527"/>
                  </a:cubicBezTo>
                  <a:lnTo>
                    <a:pt x="2152687" y="266954"/>
                  </a:lnTo>
                  <a:cubicBezTo>
                    <a:pt x="2152687" y="351155"/>
                    <a:pt x="2042479" y="419481"/>
                    <a:pt x="1906655" y="419481"/>
                  </a:cubicBezTo>
                  <a:lnTo>
                    <a:pt x="246040" y="419481"/>
                  </a:lnTo>
                  <a:cubicBezTo>
                    <a:pt x="110216" y="419481"/>
                    <a:pt x="0" y="351155"/>
                    <a:pt x="0" y="266954"/>
                  </a:cubicBezTo>
                  <a:close/>
                </a:path>
              </a:pathLst>
            </a:custGeom>
            <a:solidFill>
              <a:srgbClr val="E1DFD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04857" y="1995621"/>
            <a:ext cx="6884433" cy="7733671"/>
            <a:chOff x="0" y="0"/>
            <a:chExt cx="9179244" cy="103115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4460" y="8255"/>
              <a:ext cx="9150501" cy="10295001"/>
            </a:xfrm>
            <a:custGeom>
              <a:avLst/>
              <a:gdLst/>
              <a:ahLst/>
              <a:cxnLst/>
              <a:rect r="r" b="b" t="t" l="l"/>
              <a:pathLst>
                <a:path h="10295001" w="9150501">
                  <a:moveTo>
                    <a:pt x="0" y="305435"/>
                  </a:moveTo>
                  <a:cubicBezTo>
                    <a:pt x="0" y="136779"/>
                    <a:pt x="239152" y="0"/>
                    <a:pt x="534365" y="0"/>
                  </a:cubicBezTo>
                  <a:lnTo>
                    <a:pt x="8616136" y="0"/>
                  </a:lnTo>
                  <a:cubicBezTo>
                    <a:pt x="8911128" y="0"/>
                    <a:pt x="9150502" y="136779"/>
                    <a:pt x="9150502" y="305435"/>
                  </a:cubicBezTo>
                  <a:lnTo>
                    <a:pt x="9150502" y="9989566"/>
                  </a:lnTo>
                  <a:cubicBezTo>
                    <a:pt x="9150502" y="10158222"/>
                    <a:pt x="8911349" y="10295001"/>
                    <a:pt x="8616136" y="10295001"/>
                  </a:cubicBezTo>
                  <a:lnTo>
                    <a:pt x="534365" y="10295001"/>
                  </a:lnTo>
                  <a:cubicBezTo>
                    <a:pt x="239152" y="10295001"/>
                    <a:pt x="0" y="10158222"/>
                    <a:pt x="0" y="998956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79346" cy="10311511"/>
            </a:xfrm>
            <a:custGeom>
              <a:avLst/>
              <a:gdLst/>
              <a:ahLst/>
              <a:cxnLst/>
              <a:rect r="r" b="b" t="t" l="l"/>
              <a:pathLst>
                <a:path h="10311511" w="9179346">
                  <a:moveTo>
                    <a:pt x="0" y="313690"/>
                  </a:moveTo>
                  <a:cubicBezTo>
                    <a:pt x="0" y="140462"/>
                    <a:pt x="245603" y="0"/>
                    <a:pt x="548825" y="0"/>
                  </a:cubicBezTo>
                  <a:lnTo>
                    <a:pt x="8630596" y="0"/>
                  </a:lnTo>
                  <a:lnTo>
                    <a:pt x="8630596" y="8255"/>
                  </a:lnTo>
                  <a:lnTo>
                    <a:pt x="8630596" y="0"/>
                  </a:lnTo>
                  <a:cubicBezTo>
                    <a:pt x="8933596" y="0"/>
                    <a:pt x="9179346" y="140462"/>
                    <a:pt x="9179346" y="313690"/>
                  </a:cubicBezTo>
                  <a:lnTo>
                    <a:pt x="9164962" y="313690"/>
                  </a:lnTo>
                  <a:lnTo>
                    <a:pt x="9179346" y="313690"/>
                  </a:lnTo>
                  <a:lnTo>
                    <a:pt x="9179346" y="9997821"/>
                  </a:lnTo>
                  <a:lnTo>
                    <a:pt x="9164962" y="9997821"/>
                  </a:lnTo>
                  <a:lnTo>
                    <a:pt x="9179346" y="9997821"/>
                  </a:lnTo>
                  <a:cubicBezTo>
                    <a:pt x="9179346" y="10171049"/>
                    <a:pt x="8933819" y="10311511"/>
                    <a:pt x="8630596" y="10311511"/>
                  </a:cubicBezTo>
                  <a:lnTo>
                    <a:pt x="8630596" y="10303256"/>
                  </a:lnTo>
                  <a:lnTo>
                    <a:pt x="8630596" y="10311511"/>
                  </a:lnTo>
                  <a:lnTo>
                    <a:pt x="548825" y="10311511"/>
                  </a:lnTo>
                  <a:lnTo>
                    <a:pt x="548825" y="10303256"/>
                  </a:lnTo>
                  <a:lnTo>
                    <a:pt x="548825" y="10311511"/>
                  </a:lnTo>
                  <a:cubicBezTo>
                    <a:pt x="245603" y="10311511"/>
                    <a:pt x="0" y="10171049"/>
                    <a:pt x="0" y="9997821"/>
                  </a:cubicBezTo>
                  <a:lnTo>
                    <a:pt x="0" y="313690"/>
                  </a:lnTo>
                  <a:lnTo>
                    <a:pt x="14460" y="313690"/>
                  </a:lnTo>
                  <a:lnTo>
                    <a:pt x="0" y="313690"/>
                  </a:lnTo>
                  <a:moveTo>
                    <a:pt x="28921" y="313690"/>
                  </a:moveTo>
                  <a:lnTo>
                    <a:pt x="28921" y="9997821"/>
                  </a:lnTo>
                  <a:lnTo>
                    <a:pt x="14460" y="9997821"/>
                  </a:lnTo>
                  <a:lnTo>
                    <a:pt x="28921" y="9997821"/>
                  </a:lnTo>
                  <a:cubicBezTo>
                    <a:pt x="28921" y="10162032"/>
                    <a:pt x="261621" y="10295001"/>
                    <a:pt x="548825" y="10295001"/>
                  </a:cubicBezTo>
                  <a:lnTo>
                    <a:pt x="8630596" y="10295001"/>
                  </a:lnTo>
                  <a:cubicBezTo>
                    <a:pt x="8917578" y="10295001"/>
                    <a:pt x="9150501" y="10161905"/>
                    <a:pt x="9150501" y="9997821"/>
                  </a:cubicBezTo>
                  <a:lnTo>
                    <a:pt x="9150501" y="313690"/>
                  </a:lnTo>
                  <a:cubicBezTo>
                    <a:pt x="9150501" y="149479"/>
                    <a:pt x="8917801" y="16510"/>
                    <a:pt x="8630596" y="16510"/>
                  </a:cubicBezTo>
                  <a:lnTo>
                    <a:pt x="548825" y="16510"/>
                  </a:lnTo>
                  <a:lnTo>
                    <a:pt x="548825" y="8255"/>
                  </a:lnTo>
                  <a:lnTo>
                    <a:pt x="548825" y="16510"/>
                  </a:lnTo>
                  <a:cubicBezTo>
                    <a:pt x="261621" y="16510"/>
                    <a:pt x="28921" y="149606"/>
                    <a:pt x="28921" y="313690"/>
                  </a:cubicBezTo>
                  <a:close/>
                </a:path>
              </a:pathLst>
            </a:custGeom>
            <a:solidFill>
              <a:srgbClr val="E1DFD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11314" y="2323843"/>
            <a:ext cx="400355" cy="356845"/>
            <a:chOff x="0" y="0"/>
            <a:chExt cx="533806" cy="475793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533781" cy="475742"/>
            </a:xfrm>
            <a:custGeom>
              <a:avLst/>
              <a:gdLst/>
              <a:ahLst/>
              <a:cxnLst/>
              <a:rect r="r" b="b" t="t" l="l"/>
              <a:pathLst>
                <a:path h="475742" w="533781">
                  <a:moveTo>
                    <a:pt x="0" y="0"/>
                  </a:moveTo>
                  <a:lnTo>
                    <a:pt x="533781" y="0"/>
                  </a:lnTo>
                  <a:lnTo>
                    <a:pt x="533781" y="475742"/>
                  </a:lnTo>
                  <a:lnTo>
                    <a:pt x="0" y="475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6" b="-1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154659" y="2316385"/>
            <a:ext cx="2894363" cy="525045"/>
            <a:chOff x="0" y="0"/>
            <a:chExt cx="3374403" cy="6121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74400" cy="612127"/>
            </a:xfrm>
            <a:custGeom>
              <a:avLst/>
              <a:gdLst/>
              <a:ahLst/>
              <a:cxnLst/>
              <a:rect r="r" b="b" t="t" l="l"/>
              <a:pathLst>
                <a:path h="612127" w="3374400">
                  <a:moveTo>
                    <a:pt x="0" y="0"/>
                  </a:moveTo>
                  <a:lnTo>
                    <a:pt x="3374400" y="0"/>
                  </a:lnTo>
                  <a:lnTo>
                    <a:pt x="3374400" y="612127"/>
                  </a:lnTo>
                  <a:lnTo>
                    <a:pt x="0" y="612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481" r="0" b="-4634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374403" cy="62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8"/>
                </a:lnSpc>
              </a:pPr>
              <a:r>
                <a:rPr lang="en-US" sz="1974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Security &amp; HTTPS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59708" y="3305895"/>
            <a:ext cx="5477623" cy="4157367"/>
            <a:chOff x="0" y="0"/>
            <a:chExt cx="7905891" cy="60003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29292" y="16510"/>
              <a:ext cx="7847419" cy="5967222"/>
            </a:xfrm>
            <a:custGeom>
              <a:avLst/>
              <a:gdLst/>
              <a:ahLst/>
              <a:cxnLst/>
              <a:rect r="r" b="b" t="t" l="l"/>
              <a:pathLst>
                <a:path h="5967222" w="7847419">
                  <a:moveTo>
                    <a:pt x="0" y="152781"/>
                  </a:moveTo>
                  <a:cubicBezTo>
                    <a:pt x="0" y="68453"/>
                    <a:pt x="121226" y="0"/>
                    <a:pt x="270617" y="0"/>
                  </a:cubicBezTo>
                  <a:lnTo>
                    <a:pt x="7576803" y="0"/>
                  </a:lnTo>
                  <a:cubicBezTo>
                    <a:pt x="7726194" y="0"/>
                    <a:pt x="7847419" y="68453"/>
                    <a:pt x="7847419" y="152781"/>
                  </a:cubicBezTo>
                  <a:lnTo>
                    <a:pt x="7847419" y="5814441"/>
                  </a:lnTo>
                  <a:cubicBezTo>
                    <a:pt x="7847419" y="5898769"/>
                    <a:pt x="7726194" y="5967222"/>
                    <a:pt x="7576803" y="5967222"/>
                  </a:cubicBezTo>
                  <a:lnTo>
                    <a:pt x="270617" y="5967222"/>
                  </a:lnTo>
                  <a:cubicBezTo>
                    <a:pt x="121226" y="5967222"/>
                    <a:pt x="0" y="5898769"/>
                    <a:pt x="0" y="5814441"/>
                  </a:cubicBezTo>
                  <a:close/>
                </a:path>
              </a:pathLst>
            </a:custGeom>
            <a:blipFill>
              <a:blip r:embed="rId7"/>
              <a:stretch>
                <a:fillRect l="0" t="-9488" r="0" b="-9488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905955" cy="6000242"/>
            </a:xfrm>
            <a:custGeom>
              <a:avLst/>
              <a:gdLst/>
              <a:ahLst/>
              <a:cxnLst/>
              <a:rect r="r" b="b" t="t" l="l"/>
              <a:pathLst>
                <a:path h="6000242" w="7905955">
                  <a:moveTo>
                    <a:pt x="0" y="169291"/>
                  </a:moveTo>
                  <a:cubicBezTo>
                    <a:pt x="0" y="75819"/>
                    <a:pt x="134294" y="0"/>
                    <a:pt x="299909" y="0"/>
                  </a:cubicBezTo>
                  <a:lnTo>
                    <a:pt x="7606095" y="0"/>
                  </a:lnTo>
                  <a:lnTo>
                    <a:pt x="7606095" y="16510"/>
                  </a:lnTo>
                  <a:lnTo>
                    <a:pt x="7606095" y="0"/>
                  </a:lnTo>
                  <a:cubicBezTo>
                    <a:pt x="7771709" y="0"/>
                    <a:pt x="7905955" y="75819"/>
                    <a:pt x="7905955" y="169291"/>
                  </a:cubicBezTo>
                  <a:lnTo>
                    <a:pt x="7876711" y="169291"/>
                  </a:lnTo>
                  <a:lnTo>
                    <a:pt x="7905955" y="169291"/>
                  </a:lnTo>
                  <a:lnTo>
                    <a:pt x="7905955" y="5830951"/>
                  </a:lnTo>
                  <a:lnTo>
                    <a:pt x="7876711" y="5830951"/>
                  </a:lnTo>
                  <a:lnTo>
                    <a:pt x="7905955" y="5830951"/>
                  </a:lnTo>
                  <a:cubicBezTo>
                    <a:pt x="7905955" y="5924423"/>
                    <a:pt x="7771709" y="6000242"/>
                    <a:pt x="7606095" y="6000242"/>
                  </a:cubicBezTo>
                  <a:lnTo>
                    <a:pt x="7606095" y="5983732"/>
                  </a:lnTo>
                  <a:lnTo>
                    <a:pt x="7606095" y="6000242"/>
                  </a:lnTo>
                  <a:lnTo>
                    <a:pt x="299909" y="6000242"/>
                  </a:lnTo>
                  <a:lnTo>
                    <a:pt x="299909" y="5983732"/>
                  </a:lnTo>
                  <a:lnTo>
                    <a:pt x="299909" y="6000242"/>
                  </a:lnTo>
                  <a:cubicBezTo>
                    <a:pt x="134294" y="6000369"/>
                    <a:pt x="0" y="5924550"/>
                    <a:pt x="0" y="5831078"/>
                  </a:cubicBezTo>
                  <a:lnTo>
                    <a:pt x="0" y="169291"/>
                  </a:lnTo>
                  <a:lnTo>
                    <a:pt x="29292" y="169291"/>
                  </a:lnTo>
                  <a:lnTo>
                    <a:pt x="0" y="169291"/>
                  </a:lnTo>
                  <a:moveTo>
                    <a:pt x="58585" y="169291"/>
                  </a:moveTo>
                  <a:lnTo>
                    <a:pt x="58585" y="5830951"/>
                  </a:lnTo>
                  <a:lnTo>
                    <a:pt x="29292" y="5830951"/>
                  </a:lnTo>
                  <a:lnTo>
                    <a:pt x="58585" y="5830951"/>
                  </a:lnTo>
                  <a:cubicBezTo>
                    <a:pt x="58585" y="5906262"/>
                    <a:pt x="166741" y="5967222"/>
                    <a:pt x="299909" y="5967222"/>
                  </a:cubicBezTo>
                  <a:lnTo>
                    <a:pt x="7606095" y="5967222"/>
                  </a:lnTo>
                  <a:cubicBezTo>
                    <a:pt x="7739262" y="5967222"/>
                    <a:pt x="7847419" y="5906262"/>
                    <a:pt x="7847419" y="5830951"/>
                  </a:cubicBezTo>
                  <a:lnTo>
                    <a:pt x="7847419" y="169291"/>
                  </a:lnTo>
                  <a:cubicBezTo>
                    <a:pt x="7847419" y="93980"/>
                    <a:pt x="7739262" y="33020"/>
                    <a:pt x="7606095" y="33020"/>
                  </a:cubicBezTo>
                  <a:lnTo>
                    <a:pt x="299909" y="33020"/>
                  </a:lnTo>
                  <a:lnTo>
                    <a:pt x="299909" y="16510"/>
                  </a:lnTo>
                  <a:lnTo>
                    <a:pt x="299909" y="33020"/>
                  </a:lnTo>
                  <a:cubicBezTo>
                    <a:pt x="166741" y="33020"/>
                    <a:pt x="58585" y="93980"/>
                    <a:pt x="58585" y="169291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19154" y="8043958"/>
            <a:ext cx="6364563" cy="1671037"/>
            <a:chOff x="0" y="0"/>
            <a:chExt cx="8486084" cy="2228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3466" y="8255"/>
              <a:ext cx="8459151" cy="2211578"/>
            </a:xfrm>
            <a:custGeom>
              <a:avLst/>
              <a:gdLst/>
              <a:ahLst/>
              <a:cxnLst/>
              <a:rect r="r" b="b" t="t" l="l"/>
              <a:pathLst>
                <a:path h="2211578" w="8459151">
                  <a:moveTo>
                    <a:pt x="0" y="0"/>
                  </a:moveTo>
                  <a:lnTo>
                    <a:pt x="8459152" y="0"/>
                  </a:lnTo>
                  <a:lnTo>
                    <a:pt x="8459152" y="2211578"/>
                  </a:lnTo>
                  <a:lnTo>
                    <a:pt x="0" y="2211578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486084" cy="2228088"/>
            </a:xfrm>
            <a:custGeom>
              <a:avLst/>
              <a:gdLst/>
              <a:ahLst/>
              <a:cxnLst/>
              <a:rect r="r" b="b" t="t" l="l"/>
              <a:pathLst>
                <a:path h="2228088" w="8486084">
                  <a:moveTo>
                    <a:pt x="13466" y="0"/>
                  </a:moveTo>
                  <a:lnTo>
                    <a:pt x="8472618" y="0"/>
                  </a:lnTo>
                  <a:cubicBezTo>
                    <a:pt x="8480075" y="0"/>
                    <a:pt x="8486084" y="3683"/>
                    <a:pt x="8486084" y="8255"/>
                  </a:cubicBezTo>
                  <a:lnTo>
                    <a:pt x="8486084" y="2219833"/>
                  </a:lnTo>
                  <a:cubicBezTo>
                    <a:pt x="8486084" y="2224405"/>
                    <a:pt x="8480075" y="2228088"/>
                    <a:pt x="8472618" y="2228088"/>
                  </a:cubicBezTo>
                  <a:lnTo>
                    <a:pt x="13466" y="2228088"/>
                  </a:lnTo>
                  <a:cubicBezTo>
                    <a:pt x="6008" y="2228088"/>
                    <a:pt x="0" y="2224405"/>
                    <a:pt x="0" y="2219833"/>
                  </a:cubicBezTo>
                  <a:lnTo>
                    <a:pt x="0" y="8255"/>
                  </a:lnTo>
                  <a:cubicBezTo>
                    <a:pt x="0" y="3683"/>
                    <a:pt x="6008" y="0"/>
                    <a:pt x="13466" y="0"/>
                  </a:cubicBezTo>
                  <a:moveTo>
                    <a:pt x="13466" y="16510"/>
                  </a:moveTo>
                  <a:lnTo>
                    <a:pt x="13466" y="8255"/>
                  </a:lnTo>
                  <a:lnTo>
                    <a:pt x="26933" y="8255"/>
                  </a:lnTo>
                  <a:lnTo>
                    <a:pt x="26933" y="2219833"/>
                  </a:lnTo>
                  <a:lnTo>
                    <a:pt x="13466" y="2219833"/>
                  </a:lnTo>
                  <a:lnTo>
                    <a:pt x="13466" y="2211578"/>
                  </a:lnTo>
                  <a:lnTo>
                    <a:pt x="8472618" y="2211578"/>
                  </a:lnTo>
                  <a:lnTo>
                    <a:pt x="8472618" y="2219833"/>
                  </a:lnTo>
                  <a:lnTo>
                    <a:pt x="8459151" y="2219833"/>
                  </a:lnTo>
                  <a:lnTo>
                    <a:pt x="8459151" y="8255"/>
                  </a:lnTo>
                  <a:lnTo>
                    <a:pt x="8472618" y="8255"/>
                  </a:lnTo>
                  <a:lnTo>
                    <a:pt x="8472618" y="16510"/>
                  </a:lnTo>
                  <a:lnTo>
                    <a:pt x="13466" y="16510"/>
                  </a:lnTo>
                  <a:close/>
                </a:path>
              </a:pathLst>
            </a:custGeom>
            <a:solidFill>
              <a:srgbClr val="E1DFD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611314" y="8358835"/>
            <a:ext cx="285969" cy="269148"/>
            <a:chOff x="0" y="0"/>
            <a:chExt cx="381292" cy="358864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381254" cy="358902"/>
            </a:xfrm>
            <a:custGeom>
              <a:avLst/>
              <a:gdLst/>
              <a:ahLst/>
              <a:cxnLst/>
              <a:rect r="r" b="b" t="t" l="l"/>
              <a:pathLst>
                <a:path h="358902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58902"/>
                  </a:lnTo>
                  <a:lnTo>
                    <a:pt x="0" y="358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8" b="1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11314" y="9072086"/>
            <a:ext cx="285969" cy="100927"/>
            <a:chOff x="0" y="0"/>
            <a:chExt cx="381292" cy="134569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381254" cy="134620"/>
            </a:xfrm>
            <a:custGeom>
              <a:avLst/>
              <a:gdLst/>
              <a:ahLst/>
              <a:cxnLst/>
              <a:rect r="r" b="b" t="t" l="l"/>
              <a:pathLst>
                <a:path h="134620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134620"/>
                  </a:lnTo>
                  <a:lnTo>
                    <a:pt x="0" y="134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8" b="37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011669" y="3305895"/>
            <a:ext cx="5477623" cy="4157367"/>
            <a:chOff x="0" y="0"/>
            <a:chExt cx="7905891" cy="60003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9292" y="16510"/>
              <a:ext cx="7847419" cy="5967222"/>
            </a:xfrm>
            <a:custGeom>
              <a:avLst/>
              <a:gdLst/>
              <a:ahLst/>
              <a:cxnLst/>
              <a:rect r="r" b="b" t="t" l="l"/>
              <a:pathLst>
                <a:path h="5967222" w="7847419">
                  <a:moveTo>
                    <a:pt x="0" y="152781"/>
                  </a:moveTo>
                  <a:cubicBezTo>
                    <a:pt x="0" y="68453"/>
                    <a:pt x="121226" y="0"/>
                    <a:pt x="270617" y="0"/>
                  </a:cubicBezTo>
                  <a:lnTo>
                    <a:pt x="7576803" y="0"/>
                  </a:lnTo>
                  <a:cubicBezTo>
                    <a:pt x="7726194" y="0"/>
                    <a:pt x="7847419" y="68453"/>
                    <a:pt x="7847419" y="152781"/>
                  </a:cubicBezTo>
                  <a:lnTo>
                    <a:pt x="7847419" y="5814441"/>
                  </a:lnTo>
                  <a:cubicBezTo>
                    <a:pt x="7847419" y="5898769"/>
                    <a:pt x="7726194" y="5967222"/>
                    <a:pt x="7576803" y="5967222"/>
                  </a:cubicBezTo>
                  <a:lnTo>
                    <a:pt x="270617" y="5967222"/>
                  </a:lnTo>
                  <a:cubicBezTo>
                    <a:pt x="121226" y="5967222"/>
                    <a:pt x="0" y="5898769"/>
                    <a:pt x="0" y="5814441"/>
                  </a:cubicBezTo>
                  <a:close/>
                </a:path>
              </a:pathLst>
            </a:custGeom>
            <a:blipFill>
              <a:blip r:embed="rId10"/>
              <a:stretch>
                <a:fillRect l="0" t="-16267" r="0" b="-16267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905955" cy="6000242"/>
            </a:xfrm>
            <a:custGeom>
              <a:avLst/>
              <a:gdLst/>
              <a:ahLst/>
              <a:cxnLst/>
              <a:rect r="r" b="b" t="t" l="l"/>
              <a:pathLst>
                <a:path h="6000242" w="7905955">
                  <a:moveTo>
                    <a:pt x="0" y="169291"/>
                  </a:moveTo>
                  <a:cubicBezTo>
                    <a:pt x="0" y="75819"/>
                    <a:pt x="134294" y="0"/>
                    <a:pt x="299909" y="0"/>
                  </a:cubicBezTo>
                  <a:lnTo>
                    <a:pt x="7606095" y="0"/>
                  </a:lnTo>
                  <a:lnTo>
                    <a:pt x="7606095" y="16510"/>
                  </a:lnTo>
                  <a:lnTo>
                    <a:pt x="7606095" y="0"/>
                  </a:lnTo>
                  <a:cubicBezTo>
                    <a:pt x="7771709" y="0"/>
                    <a:pt x="7905955" y="75819"/>
                    <a:pt x="7905955" y="169291"/>
                  </a:cubicBezTo>
                  <a:lnTo>
                    <a:pt x="7876711" y="169291"/>
                  </a:lnTo>
                  <a:lnTo>
                    <a:pt x="7905955" y="169291"/>
                  </a:lnTo>
                  <a:lnTo>
                    <a:pt x="7905955" y="5830951"/>
                  </a:lnTo>
                  <a:lnTo>
                    <a:pt x="7876711" y="5830951"/>
                  </a:lnTo>
                  <a:lnTo>
                    <a:pt x="7905955" y="5830951"/>
                  </a:lnTo>
                  <a:cubicBezTo>
                    <a:pt x="7905955" y="5924423"/>
                    <a:pt x="7771709" y="6000242"/>
                    <a:pt x="7606095" y="6000242"/>
                  </a:cubicBezTo>
                  <a:lnTo>
                    <a:pt x="7606095" y="5983732"/>
                  </a:lnTo>
                  <a:lnTo>
                    <a:pt x="7606095" y="6000242"/>
                  </a:lnTo>
                  <a:lnTo>
                    <a:pt x="299909" y="6000242"/>
                  </a:lnTo>
                  <a:lnTo>
                    <a:pt x="299909" y="5983732"/>
                  </a:lnTo>
                  <a:lnTo>
                    <a:pt x="299909" y="6000242"/>
                  </a:lnTo>
                  <a:cubicBezTo>
                    <a:pt x="134294" y="6000369"/>
                    <a:pt x="0" y="5924550"/>
                    <a:pt x="0" y="5831078"/>
                  </a:cubicBezTo>
                  <a:lnTo>
                    <a:pt x="0" y="169291"/>
                  </a:lnTo>
                  <a:lnTo>
                    <a:pt x="29292" y="169291"/>
                  </a:lnTo>
                  <a:lnTo>
                    <a:pt x="0" y="169291"/>
                  </a:lnTo>
                  <a:moveTo>
                    <a:pt x="58585" y="169291"/>
                  </a:moveTo>
                  <a:lnTo>
                    <a:pt x="58585" y="5830951"/>
                  </a:lnTo>
                  <a:lnTo>
                    <a:pt x="29292" y="5830951"/>
                  </a:lnTo>
                  <a:lnTo>
                    <a:pt x="58585" y="5830951"/>
                  </a:lnTo>
                  <a:cubicBezTo>
                    <a:pt x="58585" y="5906262"/>
                    <a:pt x="166741" y="5967222"/>
                    <a:pt x="299909" y="5967222"/>
                  </a:cubicBezTo>
                  <a:lnTo>
                    <a:pt x="7606095" y="5967222"/>
                  </a:lnTo>
                  <a:cubicBezTo>
                    <a:pt x="7739262" y="5967222"/>
                    <a:pt x="7847419" y="5906262"/>
                    <a:pt x="7847419" y="5830951"/>
                  </a:cubicBezTo>
                  <a:lnTo>
                    <a:pt x="7847419" y="169291"/>
                  </a:lnTo>
                  <a:cubicBezTo>
                    <a:pt x="7847419" y="93980"/>
                    <a:pt x="7739262" y="33020"/>
                    <a:pt x="7606095" y="33020"/>
                  </a:cubicBezTo>
                  <a:lnTo>
                    <a:pt x="299909" y="33020"/>
                  </a:lnTo>
                  <a:lnTo>
                    <a:pt x="299909" y="16510"/>
                  </a:lnTo>
                  <a:lnTo>
                    <a:pt x="299909" y="33020"/>
                  </a:lnTo>
                  <a:cubicBezTo>
                    <a:pt x="166741" y="33020"/>
                    <a:pt x="58585" y="93980"/>
                    <a:pt x="58585" y="169291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2568663" y="8660401"/>
            <a:ext cx="171588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2"/>
              </a:lnSpc>
              <a:spcBef>
                <a:spcPct val="0"/>
              </a:spcBef>
            </a:pPr>
            <a:r>
              <a:rPr lang="en-US" sz="14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Frontend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399491" y="8665445"/>
            <a:ext cx="16917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2"/>
              </a:lnSpc>
              <a:spcBef>
                <a:spcPct val="0"/>
              </a:spcBef>
            </a:pPr>
            <a:r>
              <a:rPr lang="en-US" sz="14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/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168852" y="9155744"/>
            <a:ext cx="161450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2"/>
              </a:lnSpc>
              <a:spcBef>
                <a:spcPct val="0"/>
              </a:spcBef>
            </a:pPr>
            <a:r>
              <a:rPr lang="en-US" sz="14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/api/*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82402" y="9136694"/>
            <a:ext cx="629353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2"/>
              </a:lnSpc>
              <a:spcBef>
                <a:spcPct val="0"/>
              </a:spcBef>
            </a:pPr>
            <a:r>
              <a:rPr lang="en-US" sz="14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Backend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201058" y="8379109"/>
            <a:ext cx="175387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2"/>
              </a:lnSpc>
              <a:spcBef>
                <a:spcPct val="0"/>
              </a:spcBef>
            </a:pPr>
            <a:r>
              <a:rPr lang="en-US" sz="14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Encrypted connection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190501" y="8993953"/>
            <a:ext cx="215884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2"/>
              </a:lnSpc>
              <a:spcBef>
                <a:spcPct val="0"/>
              </a:spcBef>
            </a:pPr>
            <a:r>
              <a:rPr lang="en-US" sz="14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 redirected to HTTPS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0" y="0"/>
            <a:ext cx="18288000" cy="1429864"/>
            <a:chOff x="0" y="0"/>
            <a:chExt cx="24384000" cy="190648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4026" cy="1906524"/>
            </a:xfrm>
            <a:custGeom>
              <a:avLst/>
              <a:gdLst/>
              <a:ahLst/>
              <a:cxnLst/>
              <a:rect r="r" b="b" t="t" l="l"/>
              <a:pathLst>
                <a:path h="1906524" w="24384026">
                  <a:moveTo>
                    <a:pt x="0" y="0"/>
                  </a:moveTo>
                  <a:lnTo>
                    <a:pt x="24384026" y="0"/>
                  </a:lnTo>
                  <a:lnTo>
                    <a:pt x="24384026" y="1906524"/>
                  </a:lnTo>
                  <a:lnTo>
                    <a:pt x="0" y="1906524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58" id="58"/>
          <p:cNvGrpSpPr/>
          <p:nvPr/>
        </p:nvGrpSpPr>
        <p:grpSpPr>
          <a:xfrm rot="-5400000">
            <a:off x="12709489" y="591012"/>
            <a:ext cx="898055" cy="247840"/>
            <a:chOff x="0" y="0"/>
            <a:chExt cx="1197407" cy="33045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97381" cy="330454"/>
            </a:xfrm>
            <a:custGeom>
              <a:avLst/>
              <a:gdLst/>
              <a:ahLst/>
              <a:cxnLst/>
              <a:rect r="r" b="b" t="t" l="l"/>
              <a:pathLst>
                <a:path h="330454" w="1197381">
                  <a:moveTo>
                    <a:pt x="170120" y="0"/>
                  </a:moveTo>
                  <a:lnTo>
                    <a:pt x="1027260" y="0"/>
                  </a:lnTo>
                  <a:cubicBezTo>
                    <a:pt x="1121278" y="0"/>
                    <a:pt x="1197381" y="73914"/>
                    <a:pt x="1197381" y="165227"/>
                  </a:cubicBezTo>
                  <a:lnTo>
                    <a:pt x="1197381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6103" y="0"/>
                    <a:pt x="170120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6389080" y="209531"/>
            <a:ext cx="1405661" cy="1010802"/>
            <a:chOff x="0" y="0"/>
            <a:chExt cx="692506" cy="4979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92511" cy="497981"/>
            </a:xfrm>
            <a:custGeom>
              <a:avLst/>
              <a:gdLst/>
              <a:ahLst/>
              <a:cxnLst/>
              <a:rect r="r" b="b" t="t" l="l"/>
              <a:pathLst>
                <a:path h="497981" w="692511">
                  <a:moveTo>
                    <a:pt x="0" y="0"/>
                  </a:moveTo>
                  <a:lnTo>
                    <a:pt x="692511" y="0"/>
                  </a:lnTo>
                  <a:lnTo>
                    <a:pt x="692511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335" t="0" r="8112" b="2726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692506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90979" y="341820"/>
            <a:ext cx="6476636" cy="746224"/>
            <a:chOff x="0" y="0"/>
            <a:chExt cx="8635515" cy="99496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635509" cy="994958"/>
            </a:xfrm>
            <a:custGeom>
              <a:avLst/>
              <a:gdLst/>
              <a:ahLst/>
              <a:cxnLst/>
              <a:rect r="r" b="b" t="t" l="l"/>
              <a:pathLst>
                <a:path h="994958" w="8635509">
                  <a:moveTo>
                    <a:pt x="0" y="0"/>
                  </a:moveTo>
                  <a:lnTo>
                    <a:pt x="8635509" y="0"/>
                  </a:lnTo>
                  <a:lnTo>
                    <a:pt x="8635509" y="994958"/>
                  </a:lnTo>
                  <a:lnTo>
                    <a:pt x="0" y="994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622" r="9264" b="-8027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8635515" cy="1004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Azure 3-Tier E-Commerce Application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929" y="2316385"/>
            <a:ext cx="4060717" cy="1471439"/>
            <a:chOff x="0" y="0"/>
            <a:chExt cx="5414289" cy="19619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14294" cy="1961922"/>
            </a:xfrm>
            <a:custGeom>
              <a:avLst/>
              <a:gdLst/>
              <a:ahLst/>
              <a:cxnLst/>
              <a:rect r="r" b="b" t="t" l="l"/>
              <a:pathLst>
                <a:path h="1961922" w="5414294">
                  <a:moveTo>
                    <a:pt x="0" y="0"/>
                  </a:moveTo>
                  <a:lnTo>
                    <a:pt x="5414294" y="0"/>
                  </a:lnTo>
                  <a:lnTo>
                    <a:pt x="5414294" y="1961922"/>
                  </a:lnTo>
                  <a:lnTo>
                    <a:pt x="0" y="19619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0" r="0" b="55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414289" cy="201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88"/>
                </a:lnSpc>
              </a:pPr>
              <a:r>
                <a:rPr lang="en-US" sz="3230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When Scaling Happens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929" y="4232405"/>
            <a:ext cx="4060717" cy="1744437"/>
            <a:chOff x="0" y="0"/>
            <a:chExt cx="5414289" cy="23259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14264" cy="2325878"/>
            </a:xfrm>
            <a:custGeom>
              <a:avLst/>
              <a:gdLst/>
              <a:ahLst/>
              <a:cxnLst/>
              <a:rect r="r" b="b" t="t" l="l"/>
              <a:pathLst>
                <a:path h="2325878" w="5414264">
                  <a:moveTo>
                    <a:pt x="0" y="0"/>
                  </a:moveTo>
                  <a:lnTo>
                    <a:pt x="5414264" y="0"/>
                  </a:lnTo>
                  <a:lnTo>
                    <a:pt x="5414264" y="2325878"/>
                  </a:lnTo>
                  <a:lnTo>
                    <a:pt x="0" y="2325878"/>
                  </a:lnTo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-176365" y="4980699"/>
            <a:ext cx="1744437" cy="247840"/>
            <a:chOff x="0" y="0"/>
            <a:chExt cx="2325916" cy="3304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5878" cy="330454"/>
            </a:xfrm>
            <a:custGeom>
              <a:avLst/>
              <a:gdLst/>
              <a:ahLst/>
              <a:cxnLst/>
              <a:rect r="r" b="b" t="t" l="l"/>
              <a:pathLst>
                <a:path h="330454" w="2325878">
                  <a:moveTo>
                    <a:pt x="165227" y="0"/>
                  </a:moveTo>
                  <a:lnTo>
                    <a:pt x="2160651" y="0"/>
                  </a:lnTo>
                  <a:cubicBezTo>
                    <a:pt x="2251964" y="0"/>
                    <a:pt x="2325878" y="73914"/>
                    <a:pt x="2325878" y="165227"/>
                  </a:cubicBezTo>
                  <a:lnTo>
                    <a:pt x="2325878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3914" y="0"/>
                    <a:pt x="165227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00971" y="4513801"/>
            <a:ext cx="3417294" cy="424054"/>
            <a:chOff x="0" y="0"/>
            <a:chExt cx="4556392" cy="5654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56396" cy="565407"/>
            </a:xfrm>
            <a:custGeom>
              <a:avLst/>
              <a:gdLst/>
              <a:ahLst/>
              <a:cxnLst/>
              <a:rect r="r" b="b" t="t" l="l"/>
              <a:pathLst>
                <a:path h="565407" w="4556396">
                  <a:moveTo>
                    <a:pt x="0" y="0"/>
                  </a:moveTo>
                  <a:lnTo>
                    <a:pt x="4556396" y="0"/>
                  </a:lnTo>
                  <a:lnTo>
                    <a:pt x="4556396" y="565407"/>
                  </a:lnTo>
                  <a:lnTo>
                    <a:pt x="0" y="5654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559" r="0" b="-9748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556392" cy="565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 b="true">
                  <a:solidFill>
                    <a:srgbClr val="0078D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  <a:r>
                <a:rPr lang="en-US" sz="161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615" b="true">
                  <a:solidFill>
                    <a:srgbClr val="0078D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Low Traffic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392" y="4595593"/>
            <a:ext cx="343157" cy="188738"/>
            <a:chOff x="0" y="0"/>
            <a:chExt cx="457543" cy="251651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7581" cy="251714"/>
            </a:xfrm>
            <a:custGeom>
              <a:avLst/>
              <a:gdLst/>
              <a:ahLst/>
              <a:cxnLst/>
              <a:rect r="r" b="b" t="t" l="l"/>
              <a:pathLst>
                <a:path h="25171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51714"/>
                  </a:lnTo>
                  <a:lnTo>
                    <a:pt x="0" y="25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6" b="2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9392" y="5004530"/>
            <a:ext cx="3417294" cy="686336"/>
            <a:chOff x="0" y="0"/>
            <a:chExt cx="4556392" cy="9151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56396" cy="915119"/>
            </a:xfrm>
            <a:custGeom>
              <a:avLst/>
              <a:gdLst/>
              <a:ahLst/>
              <a:cxnLst/>
              <a:rect r="r" b="b" t="t" l="l"/>
              <a:pathLst>
                <a:path h="915119" w="4556396">
                  <a:moveTo>
                    <a:pt x="0" y="0"/>
                  </a:moveTo>
                  <a:lnTo>
                    <a:pt x="4556396" y="0"/>
                  </a:lnTo>
                  <a:lnTo>
                    <a:pt x="4556396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016" r="0" b="-470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556392" cy="98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Fewer replicas running to minimize cost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1929" y="6262821"/>
            <a:ext cx="4060717" cy="1744437"/>
            <a:chOff x="0" y="0"/>
            <a:chExt cx="5414289" cy="23259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14264" cy="2325878"/>
            </a:xfrm>
            <a:custGeom>
              <a:avLst/>
              <a:gdLst/>
              <a:ahLst/>
              <a:cxnLst/>
              <a:rect r="r" b="b" t="t" l="l"/>
              <a:pathLst>
                <a:path h="2325878" w="5414264">
                  <a:moveTo>
                    <a:pt x="0" y="0"/>
                  </a:moveTo>
                  <a:lnTo>
                    <a:pt x="5414264" y="0"/>
                  </a:lnTo>
                  <a:lnTo>
                    <a:pt x="5414264" y="2325878"/>
                  </a:lnTo>
                  <a:lnTo>
                    <a:pt x="0" y="2325878"/>
                  </a:lnTo>
                </a:path>
              </a:pathLst>
            </a:custGeom>
            <a:solidFill>
              <a:srgbClr val="E6F4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-5400000">
            <a:off x="-176365" y="7011114"/>
            <a:ext cx="1744437" cy="247840"/>
            <a:chOff x="0" y="0"/>
            <a:chExt cx="2325916" cy="3304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25878" cy="330454"/>
            </a:xfrm>
            <a:custGeom>
              <a:avLst/>
              <a:gdLst/>
              <a:ahLst/>
              <a:cxnLst/>
              <a:rect r="r" b="b" t="t" l="l"/>
              <a:pathLst>
                <a:path h="330454" w="2325878">
                  <a:moveTo>
                    <a:pt x="165227" y="0"/>
                  </a:moveTo>
                  <a:lnTo>
                    <a:pt x="2160651" y="0"/>
                  </a:lnTo>
                  <a:cubicBezTo>
                    <a:pt x="2251964" y="0"/>
                    <a:pt x="2325878" y="73914"/>
                    <a:pt x="2325878" y="165227"/>
                  </a:cubicBezTo>
                  <a:lnTo>
                    <a:pt x="2325878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3914" y="0"/>
                    <a:pt x="165227" y="0"/>
                  </a:cubicBezTo>
                  <a:close/>
                </a:path>
              </a:pathLst>
            </a:custGeom>
            <a:solidFill>
              <a:srgbClr val="00386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00971" y="6508342"/>
            <a:ext cx="3417294" cy="424054"/>
            <a:chOff x="0" y="0"/>
            <a:chExt cx="4556392" cy="5654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56396" cy="565407"/>
            </a:xfrm>
            <a:custGeom>
              <a:avLst/>
              <a:gdLst/>
              <a:ahLst/>
              <a:cxnLst/>
              <a:rect r="r" b="b" t="t" l="l"/>
              <a:pathLst>
                <a:path h="565407" w="4556396">
                  <a:moveTo>
                    <a:pt x="0" y="0"/>
                  </a:moveTo>
                  <a:lnTo>
                    <a:pt x="4556396" y="0"/>
                  </a:lnTo>
                  <a:lnTo>
                    <a:pt x="4556396" y="565407"/>
                  </a:lnTo>
                  <a:lnTo>
                    <a:pt x="0" y="5654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559" r="0" b="-9748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556392" cy="565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 b="true">
                  <a:solidFill>
                    <a:srgbClr val="0078D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  <a:r>
                <a:rPr lang="en-US" sz="161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615" b="true">
                  <a:solidFill>
                    <a:srgbClr val="0078D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High Traffic 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9392" y="6626000"/>
            <a:ext cx="343157" cy="188738"/>
            <a:chOff x="0" y="0"/>
            <a:chExt cx="457543" cy="251651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57581" cy="251714"/>
            </a:xfrm>
            <a:custGeom>
              <a:avLst/>
              <a:gdLst/>
              <a:ahLst/>
              <a:cxnLst/>
              <a:rect r="r" b="b" t="t" l="l"/>
              <a:pathLst>
                <a:path h="25171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51714"/>
                  </a:lnTo>
                  <a:lnTo>
                    <a:pt x="0" y="25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2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9392" y="7034946"/>
            <a:ext cx="3417294" cy="686336"/>
            <a:chOff x="0" y="0"/>
            <a:chExt cx="4556392" cy="9151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56396" cy="915119"/>
            </a:xfrm>
            <a:custGeom>
              <a:avLst/>
              <a:gdLst/>
              <a:ahLst/>
              <a:cxnLst/>
              <a:rect r="r" b="b" t="t" l="l"/>
              <a:pathLst>
                <a:path h="915119" w="4556396">
                  <a:moveTo>
                    <a:pt x="0" y="0"/>
                  </a:moveTo>
                  <a:lnTo>
                    <a:pt x="4556396" y="0"/>
                  </a:lnTo>
                  <a:lnTo>
                    <a:pt x="4556396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016" r="0" b="-4701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4556392" cy="98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More replicas auto-spawned to handle load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0749" y="8692730"/>
            <a:ext cx="3917737" cy="373483"/>
            <a:chOff x="0" y="0"/>
            <a:chExt cx="5223650" cy="49797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23649" cy="497981"/>
            </a:xfrm>
            <a:custGeom>
              <a:avLst/>
              <a:gdLst/>
              <a:ahLst/>
              <a:cxnLst/>
              <a:rect r="r" b="b" t="t" l="l"/>
              <a:pathLst>
                <a:path h="497981" w="5223649">
                  <a:moveTo>
                    <a:pt x="0" y="0"/>
                  </a:moveTo>
                  <a:lnTo>
                    <a:pt x="5223649" y="0"/>
                  </a:lnTo>
                  <a:lnTo>
                    <a:pt x="5223649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107" r="0" b="-14267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223650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2"/>
                </a:lnSpc>
              </a:pPr>
              <a:r>
                <a:rPr lang="en-US" sz="143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43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43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435" b="true">
                  <a:solidFill>
                    <a:srgbClr val="3231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Load Test:</a:t>
              </a:r>
              <a:r>
                <a:rPr lang="en-US" sz="143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Triggered scale-out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4918" y="8783993"/>
            <a:ext cx="257366" cy="190957"/>
            <a:chOff x="0" y="0"/>
            <a:chExt cx="343154" cy="25461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43154" cy="254635"/>
            </a:xfrm>
            <a:custGeom>
              <a:avLst/>
              <a:gdLst/>
              <a:ahLst/>
              <a:cxnLst/>
              <a:rect r="r" b="b" t="t" l="l"/>
              <a:pathLst>
                <a:path h="254635" w="343154">
                  <a:moveTo>
                    <a:pt x="0" y="0"/>
                  </a:moveTo>
                  <a:lnTo>
                    <a:pt x="343154" y="0"/>
                  </a:lnTo>
                  <a:lnTo>
                    <a:pt x="343154" y="254635"/>
                  </a:lnTo>
                  <a:lnTo>
                    <a:pt x="0" y="254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2" b="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19774" y="9132888"/>
            <a:ext cx="3917737" cy="373483"/>
            <a:chOff x="0" y="0"/>
            <a:chExt cx="5223650" cy="4979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23649" cy="497981"/>
            </a:xfrm>
            <a:custGeom>
              <a:avLst/>
              <a:gdLst/>
              <a:ahLst/>
              <a:cxnLst/>
              <a:rect r="r" b="b" t="t" l="l"/>
              <a:pathLst>
                <a:path h="497981" w="5223649">
                  <a:moveTo>
                    <a:pt x="0" y="0"/>
                  </a:moveTo>
                  <a:lnTo>
                    <a:pt x="5223649" y="0"/>
                  </a:lnTo>
                  <a:lnTo>
                    <a:pt x="5223649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107" r="0" b="-1426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223650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2"/>
                </a:lnSpc>
              </a:pPr>
              <a:r>
                <a:rPr lang="en-US" sz="143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43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43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435" b="true">
                  <a:solidFill>
                    <a:srgbClr val="3231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Traffic Drop:</a:t>
              </a:r>
              <a:r>
                <a:rPr lang="en-US" sz="143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Triggered scale-in 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4918" y="9184357"/>
            <a:ext cx="257366" cy="190957"/>
            <a:chOff x="0" y="0"/>
            <a:chExt cx="343154" cy="25461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43154" cy="254635"/>
            </a:xfrm>
            <a:custGeom>
              <a:avLst/>
              <a:gdLst/>
              <a:ahLst/>
              <a:cxnLst/>
              <a:rect r="r" b="b" t="t" l="l"/>
              <a:pathLst>
                <a:path h="254635" w="343154">
                  <a:moveTo>
                    <a:pt x="0" y="0"/>
                  </a:moveTo>
                  <a:lnTo>
                    <a:pt x="343154" y="0"/>
                  </a:lnTo>
                  <a:lnTo>
                    <a:pt x="343154" y="254635"/>
                  </a:lnTo>
                  <a:lnTo>
                    <a:pt x="0" y="254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2" b="9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068124" y="1912001"/>
            <a:ext cx="12056134" cy="3946431"/>
            <a:chOff x="0" y="0"/>
            <a:chExt cx="16074846" cy="52619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35996" y="8411"/>
              <a:ext cx="16002603" cy="5245053"/>
            </a:xfrm>
            <a:custGeom>
              <a:avLst/>
              <a:gdLst/>
              <a:ahLst/>
              <a:cxnLst/>
              <a:rect r="r" b="b" t="t" l="l"/>
              <a:pathLst>
                <a:path h="5245053" w="16002603">
                  <a:moveTo>
                    <a:pt x="0" y="155612"/>
                  </a:moveTo>
                  <a:cubicBezTo>
                    <a:pt x="0" y="69686"/>
                    <a:pt x="297663" y="0"/>
                    <a:pt x="664826" y="0"/>
                  </a:cubicBezTo>
                  <a:lnTo>
                    <a:pt x="15337779" y="0"/>
                  </a:lnTo>
                  <a:cubicBezTo>
                    <a:pt x="15704941" y="0"/>
                    <a:pt x="16002603" y="69621"/>
                    <a:pt x="16002603" y="155547"/>
                  </a:cubicBezTo>
                  <a:lnTo>
                    <a:pt x="16002603" y="5089507"/>
                  </a:lnTo>
                  <a:cubicBezTo>
                    <a:pt x="16002603" y="5175433"/>
                    <a:pt x="15704941" y="5245054"/>
                    <a:pt x="15337779" y="5245054"/>
                  </a:cubicBezTo>
                  <a:lnTo>
                    <a:pt x="664826" y="5245054"/>
                  </a:lnTo>
                  <a:cubicBezTo>
                    <a:pt x="297663" y="5245054"/>
                    <a:pt x="0" y="5175433"/>
                    <a:pt x="0" y="5089507"/>
                  </a:cubicBezTo>
                  <a:close/>
                </a:path>
              </a:pathLst>
            </a:custGeom>
            <a:blipFill>
              <a:blip r:embed="rId6"/>
              <a:stretch>
                <a:fillRect l="0" t="-1676" r="0" b="-1676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074596" cy="5261972"/>
            </a:xfrm>
            <a:custGeom>
              <a:avLst/>
              <a:gdLst/>
              <a:ahLst/>
              <a:cxnLst/>
              <a:rect r="r" b="b" t="t" l="l"/>
              <a:pathLst>
                <a:path h="5261972" w="16074596">
                  <a:moveTo>
                    <a:pt x="0" y="164023"/>
                  </a:moveTo>
                  <a:cubicBezTo>
                    <a:pt x="0" y="73438"/>
                    <a:pt x="313722" y="0"/>
                    <a:pt x="700822" y="0"/>
                  </a:cubicBezTo>
                  <a:lnTo>
                    <a:pt x="15373775" y="0"/>
                  </a:lnTo>
                  <a:lnTo>
                    <a:pt x="15373775" y="8411"/>
                  </a:lnTo>
                  <a:lnTo>
                    <a:pt x="15373775" y="0"/>
                  </a:lnTo>
                  <a:cubicBezTo>
                    <a:pt x="15760874" y="0"/>
                    <a:pt x="16074596" y="73438"/>
                    <a:pt x="16074596" y="164023"/>
                  </a:cubicBezTo>
                  <a:lnTo>
                    <a:pt x="16038599" y="164023"/>
                  </a:lnTo>
                  <a:lnTo>
                    <a:pt x="16074596" y="164023"/>
                  </a:lnTo>
                  <a:lnTo>
                    <a:pt x="16074596" y="5097918"/>
                  </a:lnTo>
                  <a:lnTo>
                    <a:pt x="16038599" y="5097918"/>
                  </a:lnTo>
                  <a:lnTo>
                    <a:pt x="16074596" y="5097918"/>
                  </a:lnTo>
                  <a:cubicBezTo>
                    <a:pt x="16074596" y="5188503"/>
                    <a:pt x="15760874" y="5261972"/>
                    <a:pt x="15373775" y="5261972"/>
                  </a:cubicBezTo>
                  <a:lnTo>
                    <a:pt x="15373775" y="5253529"/>
                  </a:lnTo>
                  <a:lnTo>
                    <a:pt x="15373775" y="5261972"/>
                  </a:lnTo>
                  <a:lnTo>
                    <a:pt x="700822" y="5261972"/>
                  </a:lnTo>
                  <a:lnTo>
                    <a:pt x="700822" y="5253529"/>
                  </a:lnTo>
                  <a:lnTo>
                    <a:pt x="700822" y="5261972"/>
                  </a:lnTo>
                  <a:cubicBezTo>
                    <a:pt x="313722" y="5261972"/>
                    <a:pt x="0" y="5188503"/>
                    <a:pt x="0" y="5097918"/>
                  </a:cubicBezTo>
                  <a:lnTo>
                    <a:pt x="0" y="164023"/>
                  </a:lnTo>
                  <a:lnTo>
                    <a:pt x="35996" y="164023"/>
                  </a:lnTo>
                  <a:lnTo>
                    <a:pt x="0" y="164023"/>
                  </a:lnTo>
                  <a:moveTo>
                    <a:pt x="71993" y="164023"/>
                  </a:moveTo>
                  <a:lnTo>
                    <a:pt x="71993" y="5097918"/>
                  </a:lnTo>
                  <a:lnTo>
                    <a:pt x="35996" y="5097918"/>
                  </a:lnTo>
                  <a:lnTo>
                    <a:pt x="71993" y="5097918"/>
                  </a:lnTo>
                  <a:cubicBezTo>
                    <a:pt x="71993" y="5179185"/>
                    <a:pt x="353595" y="5245053"/>
                    <a:pt x="700822" y="5245053"/>
                  </a:cubicBezTo>
                  <a:lnTo>
                    <a:pt x="15373775" y="5245053"/>
                  </a:lnTo>
                  <a:cubicBezTo>
                    <a:pt x="15721000" y="5245053"/>
                    <a:pt x="16002603" y="5179185"/>
                    <a:pt x="16002603" y="5097918"/>
                  </a:cubicBezTo>
                  <a:lnTo>
                    <a:pt x="16002603" y="164023"/>
                  </a:lnTo>
                  <a:cubicBezTo>
                    <a:pt x="16002603" y="82756"/>
                    <a:pt x="15721000" y="16888"/>
                    <a:pt x="15373775" y="16888"/>
                  </a:cubicBezTo>
                  <a:lnTo>
                    <a:pt x="700822" y="16888"/>
                  </a:lnTo>
                  <a:lnTo>
                    <a:pt x="700822" y="8411"/>
                  </a:lnTo>
                  <a:lnTo>
                    <a:pt x="700822" y="16823"/>
                  </a:lnTo>
                  <a:cubicBezTo>
                    <a:pt x="353595" y="16823"/>
                    <a:pt x="71993" y="82691"/>
                    <a:pt x="71993" y="164023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068124" y="6034042"/>
            <a:ext cx="12056134" cy="3946431"/>
            <a:chOff x="0" y="0"/>
            <a:chExt cx="16074846" cy="52619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35996" y="8411"/>
              <a:ext cx="16002603" cy="5245053"/>
            </a:xfrm>
            <a:custGeom>
              <a:avLst/>
              <a:gdLst/>
              <a:ahLst/>
              <a:cxnLst/>
              <a:rect r="r" b="b" t="t" l="l"/>
              <a:pathLst>
                <a:path h="5245053" w="16002603">
                  <a:moveTo>
                    <a:pt x="0" y="155612"/>
                  </a:moveTo>
                  <a:cubicBezTo>
                    <a:pt x="0" y="69686"/>
                    <a:pt x="297663" y="0"/>
                    <a:pt x="664826" y="0"/>
                  </a:cubicBezTo>
                  <a:lnTo>
                    <a:pt x="15337779" y="0"/>
                  </a:lnTo>
                  <a:cubicBezTo>
                    <a:pt x="15704941" y="0"/>
                    <a:pt x="16002603" y="69621"/>
                    <a:pt x="16002603" y="155547"/>
                  </a:cubicBezTo>
                  <a:lnTo>
                    <a:pt x="16002603" y="5089507"/>
                  </a:lnTo>
                  <a:cubicBezTo>
                    <a:pt x="16002603" y="5175433"/>
                    <a:pt x="15704941" y="5245054"/>
                    <a:pt x="15337779" y="5245054"/>
                  </a:cubicBezTo>
                  <a:lnTo>
                    <a:pt x="664826" y="5245054"/>
                  </a:lnTo>
                  <a:cubicBezTo>
                    <a:pt x="297663" y="5245054"/>
                    <a:pt x="0" y="5175433"/>
                    <a:pt x="0" y="5089507"/>
                  </a:cubicBezTo>
                  <a:close/>
                </a:path>
              </a:pathLst>
            </a:custGeom>
            <a:blipFill>
              <a:blip r:embed="rId7"/>
              <a:stretch>
                <a:fillRect l="0" t="-1866" r="0" b="-1866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074596" cy="5261972"/>
            </a:xfrm>
            <a:custGeom>
              <a:avLst/>
              <a:gdLst/>
              <a:ahLst/>
              <a:cxnLst/>
              <a:rect r="r" b="b" t="t" l="l"/>
              <a:pathLst>
                <a:path h="5261972" w="16074596">
                  <a:moveTo>
                    <a:pt x="0" y="164023"/>
                  </a:moveTo>
                  <a:cubicBezTo>
                    <a:pt x="0" y="73438"/>
                    <a:pt x="313722" y="0"/>
                    <a:pt x="700822" y="0"/>
                  </a:cubicBezTo>
                  <a:lnTo>
                    <a:pt x="15373775" y="0"/>
                  </a:lnTo>
                  <a:lnTo>
                    <a:pt x="15373775" y="8411"/>
                  </a:lnTo>
                  <a:lnTo>
                    <a:pt x="15373775" y="0"/>
                  </a:lnTo>
                  <a:cubicBezTo>
                    <a:pt x="15760874" y="0"/>
                    <a:pt x="16074596" y="73438"/>
                    <a:pt x="16074596" y="164023"/>
                  </a:cubicBezTo>
                  <a:lnTo>
                    <a:pt x="16038599" y="164023"/>
                  </a:lnTo>
                  <a:lnTo>
                    <a:pt x="16074596" y="164023"/>
                  </a:lnTo>
                  <a:lnTo>
                    <a:pt x="16074596" y="5097918"/>
                  </a:lnTo>
                  <a:lnTo>
                    <a:pt x="16038599" y="5097918"/>
                  </a:lnTo>
                  <a:lnTo>
                    <a:pt x="16074596" y="5097918"/>
                  </a:lnTo>
                  <a:cubicBezTo>
                    <a:pt x="16074596" y="5188503"/>
                    <a:pt x="15760874" y="5261972"/>
                    <a:pt x="15373775" y="5261972"/>
                  </a:cubicBezTo>
                  <a:lnTo>
                    <a:pt x="15373775" y="5253529"/>
                  </a:lnTo>
                  <a:lnTo>
                    <a:pt x="15373775" y="5261972"/>
                  </a:lnTo>
                  <a:lnTo>
                    <a:pt x="700822" y="5261972"/>
                  </a:lnTo>
                  <a:lnTo>
                    <a:pt x="700822" y="5253529"/>
                  </a:lnTo>
                  <a:lnTo>
                    <a:pt x="700822" y="5261972"/>
                  </a:lnTo>
                  <a:cubicBezTo>
                    <a:pt x="313722" y="5261972"/>
                    <a:pt x="0" y="5188503"/>
                    <a:pt x="0" y="5097918"/>
                  </a:cubicBezTo>
                  <a:lnTo>
                    <a:pt x="0" y="164023"/>
                  </a:lnTo>
                  <a:lnTo>
                    <a:pt x="35996" y="164023"/>
                  </a:lnTo>
                  <a:lnTo>
                    <a:pt x="0" y="164023"/>
                  </a:lnTo>
                  <a:moveTo>
                    <a:pt x="71993" y="164023"/>
                  </a:moveTo>
                  <a:lnTo>
                    <a:pt x="71993" y="5097918"/>
                  </a:lnTo>
                  <a:lnTo>
                    <a:pt x="35996" y="5097918"/>
                  </a:lnTo>
                  <a:lnTo>
                    <a:pt x="71993" y="5097918"/>
                  </a:lnTo>
                  <a:cubicBezTo>
                    <a:pt x="71993" y="5179185"/>
                    <a:pt x="353595" y="5245053"/>
                    <a:pt x="700822" y="5245053"/>
                  </a:cubicBezTo>
                  <a:lnTo>
                    <a:pt x="15373775" y="5245053"/>
                  </a:lnTo>
                  <a:cubicBezTo>
                    <a:pt x="15721000" y="5245053"/>
                    <a:pt x="16002603" y="5179185"/>
                    <a:pt x="16002603" y="5097918"/>
                  </a:cubicBezTo>
                  <a:lnTo>
                    <a:pt x="16002603" y="164023"/>
                  </a:lnTo>
                  <a:cubicBezTo>
                    <a:pt x="16002603" y="82756"/>
                    <a:pt x="15721000" y="16888"/>
                    <a:pt x="15373775" y="16888"/>
                  </a:cubicBezTo>
                  <a:lnTo>
                    <a:pt x="700822" y="16888"/>
                  </a:lnTo>
                  <a:lnTo>
                    <a:pt x="700822" y="8411"/>
                  </a:lnTo>
                  <a:lnTo>
                    <a:pt x="700822" y="16823"/>
                  </a:lnTo>
                  <a:cubicBezTo>
                    <a:pt x="353595" y="16823"/>
                    <a:pt x="71993" y="82691"/>
                    <a:pt x="71993" y="164023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0" y="0"/>
            <a:ext cx="18288000" cy="1429864"/>
            <a:chOff x="0" y="0"/>
            <a:chExt cx="24384000" cy="190648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26" cy="1906524"/>
            </a:xfrm>
            <a:custGeom>
              <a:avLst/>
              <a:gdLst/>
              <a:ahLst/>
              <a:cxnLst/>
              <a:rect r="r" b="b" t="t" l="l"/>
              <a:pathLst>
                <a:path h="1906524" w="24384026">
                  <a:moveTo>
                    <a:pt x="0" y="0"/>
                  </a:moveTo>
                  <a:lnTo>
                    <a:pt x="24384026" y="0"/>
                  </a:lnTo>
                  <a:lnTo>
                    <a:pt x="24384026" y="1906524"/>
                  </a:lnTo>
                  <a:lnTo>
                    <a:pt x="0" y="1906524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-5400000">
            <a:off x="12709489" y="591012"/>
            <a:ext cx="898055" cy="247840"/>
            <a:chOff x="0" y="0"/>
            <a:chExt cx="1197407" cy="33045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97381" cy="330454"/>
            </a:xfrm>
            <a:custGeom>
              <a:avLst/>
              <a:gdLst/>
              <a:ahLst/>
              <a:cxnLst/>
              <a:rect r="r" b="b" t="t" l="l"/>
              <a:pathLst>
                <a:path h="330454" w="1197381">
                  <a:moveTo>
                    <a:pt x="170120" y="0"/>
                  </a:moveTo>
                  <a:lnTo>
                    <a:pt x="1027260" y="0"/>
                  </a:lnTo>
                  <a:cubicBezTo>
                    <a:pt x="1121278" y="0"/>
                    <a:pt x="1197381" y="73914"/>
                    <a:pt x="1197381" y="165227"/>
                  </a:cubicBezTo>
                  <a:lnTo>
                    <a:pt x="1197381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6103" y="0"/>
                    <a:pt x="170120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71929" y="341820"/>
            <a:ext cx="6476636" cy="746224"/>
            <a:chOff x="0" y="0"/>
            <a:chExt cx="8635515" cy="9949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635509" cy="994958"/>
            </a:xfrm>
            <a:custGeom>
              <a:avLst/>
              <a:gdLst/>
              <a:ahLst/>
              <a:cxnLst/>
              <a:rect r="r" b="b" t="t" l="l"/>
              <a:pathLst>
                <a:path h="994958" w="8635509">
                  <a:moveTo>
                    <a:pt x="0" y="0"/>
                  </a:moveTo>
                  <a:lnTo>
                    <a:pt x="8635509" y="0"/>
                  </a:lnTo>
                  <a:lnTo>
                    <a:pt x="8635509" y="994958"/>
                  </a:lnTo>
                  <a:lnTo>
                    <a:pt x="0" y="99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22" r="9264" b="-8027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8635515" cy="1004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Azure 3-Tier E-Commerce Application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398605" y="209531"/>
            <a:ext cx="1405661" cy="1010802"/>
            <a:chOff x="0" y="0"/>
            <a:chExt cx="692506" cy="49797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2511" cy="497981"/>
            </a:xfrm>
            <a:custGeom>
              <a:avLst/>
              <a:gdLst/>
              <a:ahLst/>
              <a:cxnLst/>
              <a:rect r="r" b="b" t="t" l="l"/>
              <a:pathLst>
                <a:path h="497981" w="692511">
                  <a:moveTo>
                    <a:pt x="0" y="0"/>
                  </a:moveTo>
                  <a:lnTo>
                    <a:pt x="692511" y="0"/>
                  </a:lnTo>
                  <a:lnTo>
                    <a:pt x="692511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335" t="0" r="8112" b="2726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692506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664" y="1656976"/>
            <a:ext cx="4747041" cy="1201088"/>
            <a:chOff x="0" y="0"/>
            <a:chExt cx="6329388" cy="1601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29385" cy="1601445"/>
            </a:xfrm>
            <a:custGeom>
              <a:avLst/>
              <a:gdLst/>
              <a:ahLst/>
              <a:cxnLst/>
              <a:rect r="r" b="b" t="t" l="l"/>
              <a:pathLst>
                <a:path h="1601445" w="6329385">
                  <a:moveTo>
                    <a:pt x="0" y="0"/>
                  </a:moveTo>
                  <a:lnTo>
                    <a:pt x="6329385" y="0"/>
                  </a:lnTo>
                  <a:lnTo>
                    <a:pt x="6329385" y="1601445"/>
                  </a:lnTo>
                  <a:lnTo>
                    <a:pt x="0" y="16014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0" r="0" b="-2701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29388" cy="160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76"/>
                </a:lnSpc>
              </a:pPr>
              <a:r>
                <a:rPr lang="en-US" sz="3230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  <a:r>
                <a:rPr lang="en-US" sz="323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3230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Security &amp; Monitoring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989420"/>
            <a:ext cx="571929" cy="536200"/>
            <a:chOff x="0" y="0"/>
            <a:chExt cx="762572" cy="714934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762635" cy="714883"/>
            </a:xfrm>
            <a:custGeom>
              <a:avLst/>
              <a:gdLst/>
              <a:ahLst/>
              <a:cxnLst/>
              <a:rect r="r" b="b" t="t" l="l"/>
              <a:pathLst>
                <a:path h="714883" w="762635">
                  <a:moveTo>
                    <a:pt x="0" y="0"/>
                  </a:moveTo>
                  <a:lnTo>
                    <a:pt x="762635" y="0"/>
                  </a:lnTo>
                  <a:lnTo>
                    <a:pt x="762635" y="714883"/>
                  </a:lnTo>
                  <a:lnTo>
                    <a:pt x="0" y="714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6" b="-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57296" y="2823990"/>
            <a:ext cx="4747041" cy="474625"/>
            <a:chOff x="0" y="0"/>
            <a:chExt cx="6329388" cy="632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29385" cy="632836"/>
            </a:xfrm>
            <a:custGeom>
              <a:avLst/>
              <a:gdLst/>
              <a:ahLst/>
              <a:cxnLst/>
              <a:rect r="r" b="b" t="t" l="l"/>
              <a:pathLst>
                <a:path h="632836" w="6329385">
                  <a:moveTo>
                    <a:pt x="0" y="0"/>
                  </a:moveTo>
                  <a:lnTo>
                    <a:pt x="6329385" y="0"/>
                  </a:lnTo>
                  <a:lnTo>
                    <a:pt x="6329385" y="632836"/>
                  </a:lnTo>
                  <a:lnTo>
                    <a:pt x="0" y="6328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86" r="0" b="-14157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329388" cy="642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4"/>
                </a:lnSpc>
              </a:pPr>
              <a:r>
                <a:rPr lang="en-US" sz="1795" b="true">
                  <a:solidFill>
                    <a:srgbClr val="0078D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Network Security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7296" y="3481729"/>
            <a:ext cx="4747041" cy="943708"/>
            <a:chOff x="0" y="0"/>
            <a:chExt cx="6329388" cy="12582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29299" cy="1258189"/>
            </a:xfrm>
            <a:custGeom>
              <a:avLst/>
              <a:gdLst/>
              <a:ahLst/>
              <a:cxnLst/>
              <a:rect r="r" b="b" t="t" l="l"/>
              <a:pathLst>
                <a:path h="1258189" w="6329299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6100572" y="0"/>
                  </a:lnTo>
                  <a:cubicBezTo>
                    <a:pt x="6226937" y="0"/>
                    <a:pt x="6329299" y="102362"/>
                    <a:pt x="6329299" y="228727"/>
                  </a:cubicBezTo>
                  <a:lnTo>
                    <a:pt x="6329299" y="1029462"/>
                  </a:lnTo>
                  <a:cubicBezTo>
                    <a:pt x="6329299" y="1155827"/>
                    <a:pt x="6226937" y="1258189"/>
                    <a:pt x="6100572" y="1258189"/>
                  </a:cubicBezTo>
                  <a:lnTo>
                    <a:pt x="228727" y="1258189"/>
                  </a:lnTo>
                  <a:cubicBezTo>
                    <a:pt x="102362" y="1258316"/>
                    <a:pt x="0" y="1155827"/>
                    <a:pt x="0" y="1029462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-5400000">
            <a:off x="684583" y="3854443"/>
            <a:ext cx="943708" cy="198272"/>
            <a:chOff x="0" y="0"/>
            <a:chExt cx="1258278" cy="2643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8316" cy="264414"/>
            </a:xfrm>
            <a:custGeom>
              <a:avLst/>
              <a:gdLst/>
              <a:ahLst/>
              <a:cxnLst/>
              <a:rect r="r" b="b" t="t" l="l"/>
              <a:pathLst>
                <a:path h="264414" w="1258316">
                  <a:moveTo>
                    <a:pt x="132207" y="0"/>
                  </a:moveTo>
                  <a:lnTo>
                    <a:pt x="1126109" y="0"/>
                  </a:lnTo>
                  <a:cubicBezTo>
                    <a:pt x="1199134" y="0"/>
                    <a:pt x="1258316" y="59182"/>
                    <a:pt x="1258316" y="132207"/>
                  </a:cubicBezTo>
                  <a:lnTo>
                    <a:pt x="1258316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86243" y="3481859"/>
            <a:ext cx="4747041" cy="943712"/>
            <a:chOff x="0" y="0"/>
            <a:chExt cx="6329388" cy="12582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29385" cy="1258288"/>
            </a:xfrm>
            <a:custGeom>
              <a:avLst/>
              <a:gdLst/>
              <a:ahLst/>
              <a:cxnLst/>
              <a:rect r="r" b="b" t="t" l="l"/>
              <a:pathLst>
                <a:path h="1258288" w="6329385">
                  <a:moveTo>
                    <a:pt x="0" y="0"/>
                  </a:moveTo>
                  <a:lnTo>
                    <a:pt x="6329385" y="0"/>
                  </a:lnTo>
                  <a:lnTo>
                    <a:pt x="6329385" y="1258288"/>
                  </a:lnTo>
                  <a:lnTo>
                    <a:pt x="0" y="1258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3" r="0" b="-4801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329388" cy="1258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61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Only Application Gateway is public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6068" y="3807868"/>
            <a:ext cx="343157" cy="291694"/>
            <a:chOff x="0" y="0"/>
            <a:chExt cx="457543" cy="388925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-1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57296" y="4597021"/>
            <a:ext cx="4747041" cy="943708"/>
            <a:chOff x="0" y="0"/>
            <a:chExt cx="6329388" cy="12582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29299" cy="1258189"/>
            </a:xfrm>
            <a:custGeom>
              <a:avLst/>
              <a:gdLst/>
              <a:ahLst/>
              <a:cxnLst/>
              <a:rect r="r" b="b" t="t" l="l"/>
              <a:pathLst>
                <a:path h="1258189" w="6329299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6100572" y="0"/>
                  </a:lnTo>
                  <a:cubicBezTo>
                    <a:pt x="6226937" y="0"/>
                    <a:pt x="6329299" y="102362"/>
                    <a:pt x="6329299" y="228727"/>
                  </a:cubicBezTo>
                  <a:lnTo>
                    <a:pt x="6329299" y="1029462"/>
                  </a:lnTo>
                  <a:cubicBezTo>
                    <a:pt x="6329299" y="1155827"/>
                    <a:pt x="6226937" y="1258189"/>
                    <a:pt x="6100572" y="1258189"/>
                  </a:cubicBezTo>
                  <a:lnTo>
                    <a:pt x="228727" y="1258189"/>
                  </a:lnTo>
                  <a:cubicBezTo>
                    <a:pt x="102362" y="1258316"/>
                    <a:pt x="0" y="1155827"/>
                    <a:pt x="0" y="1029462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-5400000">
            <a:off x="684583" y="4969744"/>
            <a:ext cx="943708" cy="198272"/>
            <a:chOff x="0" y="0"/>
            <a:chExt cx="1258278" cy="2643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8316" cy="264414"/>
            </a:xfrm>
            <a:custGeom>
              <a:avLst/>
              <a:gdLst/>
              <a:ahLst/>
              <a:cxnLst/>
              <a:rect r="r" b="b" t="t" l="l"/>
              <a:pathLst>
                <a:path h="264414" w="1258316">
                  <a:moveTo>
                    <a:pt x="132207" y="0"/>
                  </a:moveTo>
                  <a:lnTo>
                    <a:pt x="1126109" y="0"/>
                  </a:lnTo>
                  <a:cubicBezTo>
                    <a:pt x="1199134" y="0"/>
                    <a:pt x="1258316" y="59182"/>
                    <a:pt x="1258316" y="132207"/>
                  </a:cubicBezTo>
                  <a:lnTo>
                    <a:pt x="1258316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86243" y="4625735"/>
            <a:ext cx="4747041" cy="943712"/>
            <a:chOff x="0" y="0"/>
            <a:chExt cx="6329388" cy="12582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29385" cy="1258288"/>
            </a:xfrm>
            <a:custGeom>
              <a:avLst/>
              <a:gdLst/>
              <a:ahLst/>
              <a:cxnLst/>
              <a:rect r="r" b="b" t="t" l="l"/>
              <a:pathLst>
                <a:path h="1258288" w="6329385">
                  <a:moveTo>
                    <a:pt x="0" y="0"/>
                  </a:moveTo>
                  <a:lnTo>
                    <a:pt x="6329385" y="0"/>
                  </a:lnTo>
                  <a:lnTo>
                    <a:pt x="6329385" y="1258288"/>
                  </a:lnTo>
                  <a:lnTo>
                    <a:pt x="0" y="1258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3" r="0" b="-480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329388" cy="1258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61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Container Apps environment is private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4664" y="4923028"/>
            <a:ext cx="343157" cy="291694"/>
            <a:chOff x="0" y="0"/>
            <a:chExt cx="457543" cy="388925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-1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57296" y="5712322"/>
            <a:ext cx="4747041" cy="714927"/>
            <a:chOff x="0" y="0"/>
            <a:chExt cx="6329388" cy="9532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29299" cy="953135"/>
            </a:xfrm>
            <a:custGeom>
              <a:avLst/>
              <a:gdLst/>
              <a:ahLst/>
              <a:cxnLst/>
              <a:rect r="r" b="b" t="t" l="l"/>
              <a:pathLst>
                <a:path h="953135" w="6329299">
                  <a:moveTo>
                    <a:pt x="0" y="228727"/>
                  </a:moveTo>
                  <a:cubicBezTo>
                    <a:pt x="0" y="102489"/>
                    <a:pt x="102489" y="0"/>
                    <a:pt x="228727" y="0"/>
                  </a:cubicBezTo>
                  <a:lnTo>
                    <a:pt x="6100572" y="0"/>
                  </a:lnTo>
                  <a:cubicBezTo>
                    <a:pt x="6226937" y="0"/>
                    <a:pt x="6329299" y="102489"/>
                    <a:pt x="6329299" y="228727"/>
                  </a:cubicBezTo>
                  <a:lnTo>
                    <a:pt x="6329299" y="724408"/>
                  </a:lnTo>
                  <a:cubicBezTo>
                    <a:pt x="6329299" y="850773"/>
                    <a:pt x="6226810" y="953135"/>
                    <a:pt x="6100572" y="953135"/>
                  </a:cubicBezTo>
                  <a:lnTo>
                    <a:pt x="228727" y="953135"/>
                  </a:lnTo>
                  <a:cubicBezTo>
                    <a:pt x="102489" y="953262"/>
                    <a:pt x="0" y="850773"/>
                    <a:pt x="0" y="724408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-5400000">
            <a:off x="798969" y="5970650"/>
            <a:ext cx="714927" cy="198272"/>
            <a:chOff x="0" y="0"/>
            <a:chExt cx="953237" cy="2643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3262" cy="264414"/>
            </a:xfrm>
            <a:custGeom>
              <a:avLst/>
              <a:gdLst/>
              <a:ahLst/>
              <a:cxnLst/>
              <a:rect r="r" b="b" t="t" l="l"/>
              <a:pathLst>
                <a:path h="264414" w="953262">
                  <a:moveTo>
                    <a:pt x="132207" y="0"/>
                  </a:moveTo>
                  <a:lnTo>
                    <a:pt x="821055" y="0"/>
                  </a:lnTo>
                  <a:cubicBezTo>
                    <a:pt x="894080" y="0"/>
                    <a:pt x="953262" y="59182"/>
                    <a:pt x="953262" y="132207"/>
                  </a:cubicBezTo>
                  <a:lnTo>
                    <a:pt x="953262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57646" y="5712318"/>
            <a:ext cx="4747041" cy="714932"/>
            <a:chOff x="0" y="0"/>
            <a:chExt cx="6329388" cy="9532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29385" cy="953249"/>
            </a:xfrm>
            <a:custGeom>
              <a:avLst/>
              <a:gdLst/>
              <a:ahLst/>
              <a:cxnLst/>
              <a:rect r="r" b="b" t="t" l="l"/>
              <a:pathLst>
                <a:path h="953249" w="6329385">
                  <a:moveTo>
                    <a:pt x="0" y="0"/>
                  </a:moveTo>
                  <a:lnTo>
                    <a:pt x="6329385" y="0"/>
                  </a:lnTo>
                  <a:lnTo>
                    <a:pt x="6329385" y="953249"/>
                  </a:lnTo>
                  <a:lnTo>
                    <a:pt x="0" y="9532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377" r="0" b="-7937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6329388" cy="953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8"/>
                </a:lnSpc>
              </a:pP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615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</a:t>
              </a:r>
              <a:r>
                <a:rPr lang="en-US" sz="161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SQL public access is disabled 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86068" y="5938236"/>
            <a:ext cx="343157" cy="291694"/>
            <a:chOff x="0" y="0"/>
            <a:chExt cx="457543" cy="388925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-1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048565" y="2020208"/>
            <a:ext cx="4747041" cy="474625"/>
            <a:chOff x="0" y="0"/>
            <a:chExt cx="6329388" cy="63283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29385" cy="632836"/>
            </a:xfrm>
            <a:custGeom>
              <a:avLst/>
              <a:gdLst/>
              <a:ahLst/>
              <a:cxnLst/>
              <a:rect r="r" b="b" t="t" l="l"/>
              <a:pathLst>
                <a:path h="632836" w="6329385">
                  <a:moveTo>
                    <a:pt x="0" y="0"/>
                  </a:moveTo>
                  <a:lnTo>
                    <a:pt x="6329385" y="0"/>
                  </a:lnTo>
                  <a:lnTo>
                    <a:pt x="6329385" y="632836"/>
                  </a:lnTo>
                  <a:lnTo>
                    <a:pt x="0" y="6328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86" r="0" b="-14157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329388" cy="642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4"/>
                </a:lnSpc>
              </a:pPr>
              <a:r>
                <a:rPr lang="en-US" sz="1795" b="true">
                  <a:solidFill>
                    <a:srgbClr val="0078D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Monitoring Alerts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0" y="2014013"/>
            <a:ext cx="1528010" cy="541439"/>
            <a:chOff x="0" y="0"/>
            <a:chExt cx="2037347" cy="7219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8255" y="8255"/>
              <a:ext cx="2020824" cy="705358"/>
            </a:xfrm>
            <a:custGeom>
              <a:avLst/>
              <a:gdLst/>
              <a:ahLst/>
              <a:cxnLst/>
              <a:rect r="r" b="b" t="t" l="l"/>
              <a:pathLst>
                <a:path h="705358" w="2020824">
                  <a:moveTo>
                    <a:pt x="0" y="152527"/>
                  </a:moveTo>
                  <a:cubicBezTo>
                    <a:pt x="0" y="68326"/>
                    <a:pt x="69342" y="0"/>
                    <a:pt x="154813" y="0"/>
                  </a:cubicBezTo>
                  <a:lnTo>
                    <a:pt x="1866011" y="0"/>
                  </a:lnTo>
                  <a:cubicBezTo>
                    <a:pt x="1951482" y="0"/>
                    <a:pt x="2020824" y="68326"/>
                    <a:pt x="2020824" y="152527"/>
                  </a:cubicBezTo>
                  <a:lnTo>
                    <a:pt x="2020824" y="552831"/>
                  </a:lnTo>
                  <a:cubicBezTo>
                    <a:pt x="2020824" y="637032"/>
                    <a:pt x="1951482" y="705358"/>
                    <a:pt x="1866011" y="705358"/>
                  </a:cubicBezTo>
                  <a:lnTo>
                    <a:pt x="154813" y="705358"/>
                  </a:lnTo>
                  <a:cubicBezTo>
                    <a:pt x="69342" y="705358"/>
                    <a:pt x="0" y="637159"/>
                    <a:pt x="0" y="552831"/>
                  </a:cubicBezTo>
                  <a:close/>
                </a:path>
              </a:pathLst>
            </a:custGeom>
            <a:solidFill>
              <a:srgbClr val="F3F2F1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37334" cy="721868"/>
            </a:xfrm>
            <a:custGeom>
              <a:avLst/>
              <a:gdLst/>
              <a:ahLst/>
              <a:cxnLst/>
              <a:rect r="r" b="b" t="t" l="l"/>
              <a:pathLst>
                <a:path h="721868" w="2037334">
                  <a:moveTo>
                    <a:pt x="0" y="160782"/>
                  </a:moveTo>
                  <a:cubicBezTo>
                    <a:pt x="0" y="71882"/>
                    <a:pt x="73152" y="0"/>
                    <a:pt x="163068" y="0"/>
                  </a:cubicBezTo>
                  <a:lnTo>
                    <a:pt x="1874266" y="0"/>
                  </a:lnTo>
                  <a:lnTo>
                    <a:pt x="1874266" y="8255"/>
                  </a:lnTo>
                  <a:lnTo>
                    <a:pt x="1874266" y="0"/>
                  </a:lnTo>
                  <a:cubicBezTo>
                    <a:pt x="1964182" y="0"/>
                    <a:pt x="2037334" y="71882"/>
                    <a:pt x="2037334" y="160782"/>
                  </a:cubicBezTo>
                  <a:lnTo>
                    <a:pt x="2029079" y="160782"/>
                  </a:lnTo>
                  <a:lnTo>
                    <a:pt x="2037334" y="160782"/>
                  </a:lnTo>
                  <a:lnTo>
                    <a:pt x="2037334" y="561086"/>
                  </a:lnTo>
                  <a:lnTo>
                    <a:pt x="2029079" y="561086"/>
                  </a:lnTo>
                  <a:lnTo>
                    <a:pt x="2037334" y="561086"/>
                  </a:lnTo>
                  <a:cubicBezTo>
                    <a:pt x="2037334" y="649986"/>
                    <a:pt x="1964182" y="721868"/>
                    <a:pt x="1874266" y="721868"/>
                  </a:cubicBezTo>
                  <a:lnTo>
                    <a:pt x="1874266" y="713613"/>
                  </a:lnTo>
                  <a:lnTo>
                    <a:pt x="1874266" y="721868"/>
                  </a:lnTo>
                  <a:lnTo>
                    <a:pt x="163068" y="721868"/>
                  </a:lnTo>
                  <a:lnTo>
                    <a:pt x="163068" y="713613"/>
                  </a:lnTo>
                  <a:lnTo>
                    <a:pt x="163068" y="721868"/>
                  </a:lnTo>
                  <a:cubicBezTo>
                    <a:pt x="73152" y="721868"/>
                    <a:pt x="0" y="650113"/>
                    <a:pt x="0" y="561086"/>
                  </a:cubicBezTo>
                  <a:lnTo>
                    <a:pt x="0" y="160782"/>
                  </a:lnTo>
                  <a:lnTo>
                    <a:pt x="8255" y="160782"/>
                  </a:lnTo>
                  <a:lnTo>
                    <a:pt x="0" y="160782"/>
                  </a:lnTo>
                  <a:moveTo>
                    <a:pt x="16510" y="160782"/>
                  </a:moveTo>
                  <a:lnTo>
                    <a:pt x="16510" y="561086"/>
                  </a:lnTo>
                  <a:lnTo>
                    <a:pt x="8255" y="561086"/>
                  </a:lnTo>
                  <a:lnTo>
                    <a:pt x="16510" y="561086"/>
                  </a:lnTo>
                  <a:cubicBezTo>
                    <a:pt x="16510" y="640588"/>
                    <a:pt x="82042" y="705358"/>
                    <a:pt x="163068" y="705358"/>
                  </a:cubicBezTo>
                  <a:lnTo>
                    <a:pt x="1874266" y="705358"/>
                  </a:lnTo>
                  <a:cubicBezTo>
                    <a:pt x="1955292" y="705358"/>
                    <a:pt x="2020824" y="640715"/>
                    <a:pt x="2020824" y="561086"/>
                  </a:cubicBezTo>
                  <a:lnTo>
                    <a:pt x="2020824" y="160782"/>
                  </a:lnTo>
                  <a:cubicBezTo>
                    <a:pt x="2020824" y="81280"/>
                    <a:pt x="1955292" y="16510"/>
                    <a:pt x="1874266" y="16510"/>
                  </a:cubicBezTo>
                  <a:lnTo>
                    <a:pt x="163068" y="16510"/>
                  </a:lnTo>
                  <a:lnTo>
                    <a:pt x="163068" y="8255"/>
                  </a:lnTo>
                  <a:lnTo>
                    <a:pt x="163068" y="16510"/>
                  </a:lnTo>
                  <a:cubicBezTo>
                    <a:pt x="82042" y="16510"/>
                    <a:pt x="16510" y="81280"/>
                    <a:pt x="16510" y="160782"/>
                  </a:cubicBezTo>
                  <a:close/>
                </a:path>
              </a:pathLst>
            </a:custGeom>
            <a:solidFill>
              <a:srgbClr val="E1DFD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422085" y="2020208"/>
            <a:ext cx="1515618" cy="529049"/>
            <a:chOff x="0" y="0"/>
            <a:chExt cx="2020824" cy="7053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20827" cy="705402"/>
            </a:xfrm>
            <a:custGeom>
              <a:avLst/>
              <a:gdLst/>
              <a:ahLst/>
              <a:cxnLst/>
              <a:rect r="r" b="b" t="t" l="l"/>
              <a:pathLst>
                <a:path h="705402" w="2020827">
                  <a:moveTo>
                    <a:pt x="0" y="0"/>
                  </a:moveTo>
                  <a:lnTo>
                    <a:pt x="2020827" y="0"/>
                  </a:lnTo>
                  <a:lnTo>
                    <a:pt x="2020827" y="705402"/>
                  </a:lnTo>
                  <a:lnTo>
                    <a:pt x="0" y="705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0" r="0" b="-581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020824" cy="714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2"/>
                </a:lnSpc>
              </a:pP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CPU Usage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247074" y="2020214"/>
            <a:ext cx="1413624" cy="541439"/>
            <a:chOff x="0" y="0"/>
            <a:chExt cx="1884832" cy="7219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8255" y="8255"/>
              <a:ext cx="1868297" cy="705358"/>
            </a:xfrm>
            <a:custGeom>
              <a:avLst/>
              <a:gdLst/>
              <a:ahLst/>
              <a:cxnLst/>
              <a:rect r="r" b="b" t="t" l="l"/>
              <a:pathLst>
                <a:path h="705358" w="1868297">
                  <a:moveTo>
                    <a:pt x="0" y="152527"/>
                  </a:moveTo>
                  <a:cubicBezTo>
                    <a:pt x="0" y="68326"/>
                    <a:pt x="69215" y="0"/>
                    <a:pt x="154686" y="0"/>
                  </a:cubicBezTo>
                  <a:lnTo>
                    <a:pt x="1713611" y="0"/>
                  </a:lnTo>
                  <a:cubicBezTo>
                    <a:pt x="1799082" y="0"/>
                    <a:pt x="1868297" y="68326"/>
                    <a:pt x="1868297" y="152527"/>
                  </a:cubicBezTo>
                  <a:lnTo>
                    <a:pt x="1868297" y="552831"/>
                  </a:lnTo>
                  <a:cubicBezTo>
                    <a:pt x="1868297" y="637032"/>
                    <a:pt x="1799082" y="705358"/>
                    <a:pt x="1713611" y="705358"/>
                  </a:cubicBezTo>
                  <a:lnTo>
                    <a:pt x="154686" y="705358"/>
                  </a:lnTo>
                  <a:cubicBezTo>
                    <a:pt x="69215" y="705358"/>
                    <a:pt x="0" y="637159"/>
                    <a:pt x="0" y="552831"/>
                  </a:cubicBezTo>
                  <a:close/>
                </a:path>
              </a:pathLst>
            </a:custGeom>
            <a:solidFill>
              <a:srgbClr val="F3F2F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84807" cy="721868"/>
            </a:xfrm>
            <a:custGeom>
              <a:avLst/>
              <a:gdLst/>
              <a:ahLst/>
              <a:cxnLst/>
              <a:rect r="r" b="b" t="t" l="l"/>
              <a:pathLst>
                <a:path h="721868" w="1884807">
                  <a:moveTo>
                    <a:pt x="0" y="160782"/>
                  </a:moveTo>
                  <a:cubicBezTo>
                    <a:pt x="0" y="71882"/>
                    <a:pt x="73025" y="0"/>
                    <a:pt x="162941" y="0"/>
                  </a:cubicBezTo>
                  <a:lnTo>
                    <a:pt x="1721866" y="0"/>
                  </a:lnTo>
                  <a:lnTo>
                    <a:pt x="1721866" y="8255"/>
                  </a:lnTo>
                  <a:lnTo>
                    <a:pt x="1721866" y="0"/>
                  </a:lnTo>
                  <a:cubicBezTo>
                    <a:pt x="1811782" y="0"/>
                    <a:pt x="1884807" y="71882"/>
                    <a:pt x="1884807" y="160782"/>
                  </a:cubicBezTo>
                  <a:lnTo>
                    <a:pt x="1876552" y="160782"/>
                  </a:lnTo>
                  <a:lnTo>
                    <a:pt x="1884807" y="160782"/>
                  </a:lnTo>
                  <a:lnTo>
                    <a:pt x="1884807" y="561086"/>
                  </a:lnTo>
                  <a:lnTo>
                    <a:pt x="1876552" y="561086"/>
                  </a:lnTo>
                  <a:lnTo>
                    <a:pt x="1884807" y="561086"/>
                  </a:lnTo>
                  <a:cubicBezTo>
                    <a:pt x="1884807" y="649986"/>
                    <a:pt x="1811782" y="721868"/>
                    <a:pt x="1721866" y="721868"/>
                  </a:cubicBezTo>
                  <a:lnTo>
                    <a:pt x="1721866" y="713613"/>
                  </a:lnTo>
                  <a:lnTo>
                    <a:pt x="1721866" y="721868"/>
                  </a:lnTo>
                  <a:lnTo>
                    <a:pt x="162941" y="721868"/>
                  </a:lnTo>
                  <a:lnTo>
                    <a:pt x="162941" y="713613"/>
                  </a:lnTo>
                  <a:lnTo>
                    <a:pt x="162941" y="721868"/>
                  </a:lnTo>
                  <a:cubicBezTo>
                    <a:pt x="73025" y="721868"/>
                    <a:pt x="0" y="650113"/>
                    <a:pt x="0" y="561086"/>
                  </a:cubicBezTo>
                  <a:lnTo>
                    <a:pt x="0" y="160782"/>
                  </a:lnTo>
                  <a:lnTo>
                    <a:pt x="8255" y="160782"/>
                  </a:lnTo>
                  <a:lnTo>
                    <a:pt x="0" y="160782"/>
                  </a:lnTo>
                  <a:moveTo>
                    <a:pt x="16510" y="160782"/>
                  </a:moveTo>
                  <a:lnTo>
                    <a:pt x="16510" y="561086"/>
                  </a:lnTo>
                  <a:lnTo>
                    <a:pt x="8255" y="561086"/>
                  </a:lnTo>
                  <a:lnTo>
                    <a:pt x="16510" y="561086"/>
                  </a:lnTo>
                  <a:cubicBezTo>
                    <a:pt x="16510" y="640588"/>
                    <a:pt x="81915" y="705358"/>
                    <a:pt x="162941" y="705358"/>
                  </a:cubicBezTo>
                  <a:lnTo>
                    <a:pt x="1721866" y="705358"/>
                  </a:lnTo>
                  <a:cubicBezTo>
                    <a:pt x="1802892" y="705358"/>
                    <a:pt x="1868297" y="640715"/>
                    <a:pt x="1868297" y="561086"/>
                  </a:cubicBezTo>
                  <a:lnTo>
                    <a:pt x="1868297" y="160782"/>
                  </a:lnTo>
                  <a:cubicBezTo>
                    <a:pt x="1868297" y="81280"/>
                    <a:pt x="1802892" y="16510"/>
                    <a:pt x="1721866" y="16510"/>
                  </a:cubicBezTo>
                  <a:lnTo>
                    <a:pt x="162941" y="16510"/>
                  </a:lnTo>
                  <a:lnTo>
                    <a:pt x="162941" y="8255"/>
                  </a:lnTo>
                  <a:lnTo>
                    <a:pt x="162941" y="16510"/>
                  </a:lnTo>
                  <a:cubicBezTo>
                    <a:pt x="82042" y="16510"/>
                    <a:pt x="16510" y="81280"/>
                    <a:pt x="16510" y="160782"/>
                  </a:cubicBezTo>
                  <a:close/>
                </a:path>
              </a:pathLst>
            </a:custGeom>
            <a:solidFill>
              <a:srgbClr val="E1DFD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253275" y="2026414"/>
            <a:ext cx="1401232" cy="529049"/>
            <a:chOff x="0" y="0"/>
            <a:chExt cx="1868310" cy="7053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68312" cy="705402"/>
            </a:xfrm>
            <a:custGeom>
              <a:avLst/>
              <a:gdLst/>
              <a:ahLst/>
              <a:cxnLst/>
              <a:rect r="r" b="b" t="t" l="l"/>
              <a:pathLst>
                <a:path h="705402" w="1868312">
                  <a:moveTo>
                    <a:pt x="0" y="0"/>
                  </a:moveTo>
                  <a:lnTo>
                    <a:pt x="1868312" y="0"/>
                  </a:lnTo>
                  <a:lnTo>
                    <a:pt x="1868312" y="705402"/>
                  </a:lnTo>
                  <a:lnTo>
                    <a:pt x="0" y="705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" r="0" b="-160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868310" cy="714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2"/>
                </a:lnSpc>
              </a:pP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   </a:t>
              </a: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5xx Errors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863858" y="2007818"/>
            <a:ext cx="1513713" cy="541439"/>
            <a:chOff x="0" y="0"/>
            <a:chExt cx="2018284" cy="72191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8255" y="8255"/>
              <a:ext cx="2001774" cy="705358"/>
            </a:xfrm>
            <a:custGeom>
              <a:avLst/>
              <a:gdLst/>
              <a:ahLst/>
              <a:cxnLst/>
              <a:rect r="r" b="b" t="t" l="l"/>
              <a:pathLst>
                <a:path h="705358" w="2001774">
                  <a:moveTo>
                    <a:pt x="0" y="152527"/>
                  </a:moveTo>
                  <a:cubicBezTo>
                    <a:pt x="0" y="68326"/>
                    <a:pt x="69342" y="0"/>
                    <a:pt x="154813" y="0"/>
                  </a:cubicBezTo>
                  <a:lnTo>
                    <a:pt x="1846961" y="0"/>
                  </a:lnTo>
                  <a:cubicBezTo>
                    <a:pt x="1932432" y="0"/>
                    <a:pt x="2001774" y="68326"/>
                    <a:pt x="2001774" y="152527"/>
                  </a:cubicBezTo>
                  <a:lnTo>
                    <a:pt x="2001774" y="552831"/>
                  </a:lnTo>
                  <a:cubicBezTo>
                    <a:pt x="2001774" y="637032"/>
                    <a:pt x="1932432" y="705358"/>
                    <a:pt x="1846961" y="705358"/>
                  </a:cubicBezTo>
                  <a:lnTo>
                    <a:pt x="154813" y="705358"/>
                  </a:lnTo>
                  <a:cubicBezTo>
                    <a:pt x="69342" y="705358"/>
                    <a:pt x="0" y="637159"/>
                    <a:pt x="0" y="552831"/>
                  </a:cubicBezTo>
                  <a:close/>
                </a:path>
              </a:pathLst>
            </a:custGeom>
            <a:solidFill>
              <a:srgbClr val="F3F2F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18284" cy="721868"/>
            </a:xfrm>
            <a:custGeom>
              <a:avLst/>
              <a:gdLst/>
              <a:ahLst/>
              <a:cxnLst/>
              <a:rect r="r" b="b" t="t" l="l"/>
              <a:pathLst>
                <a:path h="721868" w="2018284">
                  <a:moveTo>
                    <a:pt x="0" y="160782"/>
                  </a:moveTo>
                  <a:cubicBezTo>
                    <a:pt x="0" y="71882"/>
                    <a:pt x="73152" y="0"/>
                    <a:pt x="163068" y="0"/>
                  </a:cubicBezTo>
                  <a:lnTo>
                    <a:pt x="1855216" y="0"/>
                  </a:lnTo>
                  <a:lnTo>
                    <a:pt x="1855216" y="8255"/>
                  </a:lnTo>
                  <a:lnTo>
                    <a:pt x="1855216" y="0"/>
                  </a:lnTo>
                  <a:cubicBezTo>
                    <a:pt x="1945132" y="0"/>
                    <a:pt x="2018284" y="71882"/>
                    <a:pt x="2018284" y="160782"/>
                  </a:cubicBezTo>
                  <a:lnTo>
                    <a:pt x="2010029" y="160782"/>
                  </a:lnTo>
                  <a:lnTo>
                    <a:pt x="2018284" y="160782"/>
                  </a:lnTo>
                  <a:lnTo>
                    <a:pt x="2018284" y="561086"/>
                  </a:lnTo>
                  <a:lnTo>
                    <a:pt x="2010029" y="561086"/>
                  </a:lnTo>
                  <a:lnTo>
                    <a:pt x="2018284" y="561086"/>
                  </a:lnTo>
                  <a:cubicBezTo>
                    <a:pt x="2018284" y="649986"/>
                    <a:pt x="1945132" y="721868"/>
                    <a:pt x="1855216" y="721868"/>
                  </a:cubicBezTo>
                  <a:lnTo>
                    <a:pt x="1855216" y="713613"/>
                  </a:lnTo>
                  <a:lnTo>
                    <a:pt x="1855216" y="721868"/>
                  </a:lnTo>
                  <a:lnTo>
                    <a:pt x="163068" y="721868"/>
                  </a:lnTo>
                  <a:lnTo>
                    <a:pt x="163068" y="713613"/>
                  </a:lnTo>
                  <a:lnTo>
                    <a:pt x="163068" y="721868"/>
                  </a:lnTo>
                  <a:cubicBezTo>
                    <a:pt x="73152" y="721868"/>
                    <a:pt x="0" y="650113"/>
                    <a:pt x="0" y="561086"/>
                  </a:cubicBezTo>
                  <a:lnTo>
                    <a:pt x="0" y="160782"/>
                  </a:lnTo>
                  <a:lnTo>
                    <a:pt x="8255" y="160782"/>
                  </a:lnTo>
                  <a:lnTo>
                    <a:pt x="0" y="160782"/>
                  </a:lnTo>
                  <a:moveTo>
                    <a:pt x="16510" y="160782"/>
                  </a:moveTo>
                  <a:lnTo>
                    <a:pt x="16510" y="561086"/>
                  </a:lnTo>
                  <a:lnTo>
                    <a:pt x="8255" y="561086"/>
                  </a:lnTo>
                  <a:lnTo>
                    <a:pt x="16510" y="561086"/>
                  </a:lnTo>
                  <a:cubicBezTo>
                    <a:pt x="16510" y="640588"/>
                    <a:pt x="82042" y="705358"/>
                    <a:pt x="163068" y="705358"/>
                  </a:cubicBezTo>
                  <a:lnTo>
                    <a:pt x="1855216" y="705358"/>
                  </a:lnTo>
                  <a:cubicBezTo>
                    <a:pt x="1936242" y="705358"/>
                    <a:pt x="2001774" y="640715"/>
                    <a:pt x="2001774" y="561086"/>
                  </a:cubicBezTo>
                  <a:lnTo>
                    <a:pt x="2001774" y="160782"/>
                  </a:lnTo>
                  <a:cubicBezTo>
                    <a:pt x="2001774" y="81280"/>
                    <a:pt x="1936242" y="16510"/>
                    <a:pt x="1855216" y="16510"/>
                  </a:cubicBezTo>
                  <a:lnTo>
                    <a:pt x="163068" y="16510"/>
                  </a:lnTo>
                  <a:lnTo>
                    <a:pt x="163068" y="8255"/>
                  </a:lnTo>
                  <a:lnTo>
                    <a:pt x="163068" y="16510"/>
                  </a:lnTo>
                  <a:cubicBezTo>
                    <a:pt x="82042" y="16510"/>
                    <a:pt x="16510" y="81280"/>
                    <a:pt x="16510" y="160782"/>
                  </a:cubicBezTo>
                  <a:close/>
                </a:path>
              </a:pathLst>
            </a:custGeom>
            <a:solidFill>
              <a:srgbClr val="E1DFDD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055837" y="2020208"/>
            <a:ext cx="1501321" cy="529049"/>
            <a:chOff x="0" y="0"/>
            <a:chExt cx="2001761" cy="70539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01762" cy="705402"/>
            </a:xfrm>
            <a:custGeom>
              <a:avLst/>
              <a:gdLst/>
              <a:ahLst/>
              <a:cxnLst/>
              <a:rect r="r" b="b" t="t" l="l"/>
              <a:pathLst>
                <a:path h="705402" w="2001762">
                  <a:moveTo>
                    <a:pt x="0" y="0"/>
                  </a:moveTo>
                  <a:lnTo>
                    <a:pt x="2001762" y="0"/>
                  </a:lnTo>
                  <a:lnTo>
                    <a:pt x="2001762" y="705402"/>
                  </a:lnTo>
                  <a:lnTo>
                    <a:pt x="0" y="705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4" r="0" b="-529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2001761" cy="714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2"/>
                </a:lnSpc>
              </a:pP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DTU Limits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557158" y="2014013"/>
            <a:ext cx="1499416" cy="541439"/>
            <a:chOff x="0" y="0"/>
            <a:chExt cx="1999221" cy="72191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8255" y="8255"/>
              <a:ext cx="1982724" cy="705358"/>
            </a:xfrm>
            <a:custGeom>
              <a:avLst/>
              <a:gdLst/>
              <a:ahLst/>
              <a:cxnLst/>
              <a:rect r="r" b="b" t="t" l="l"/>
              <a:pathLst>
                <a:path h="705358" w="1982724">
                  <a:moveTo>
                    <a:pt x="0" y="152527"/>
                  </a:moveTo>
                  <a:cubicBezTo>
                    <a:pt x="0" y="68326"/>
                    <a:pt x="69342" y="0"/>
                    <a:pt x="154813" y="0"/>
                  </a:cubicBezTo>
                  <a:lnTo>
                    <a:pt x="1827911" y="0"/>
                  </a:lnTo>
                  <a:cubicBezTo>
                    <a:pt x="1913382" y="0"/>
                    <a:pt x="1982724" y="68326"/>
                    <a:pt x="1982724" y="152527"/>
                  </a:cubicBezTo>
                  <a:lnTo>
                    <a:pt x="1982724" y="552831"/>
                  </a:lnTo>
                  <a:cubicBezTo>
                    <a:pt x="1982724" y="637032"/>
                    <a:pt x="1913382" y="705358"/>
                    <a:pt x="1827911" y="705358"/>
                  </a:cubicBezTo>
                  <a:lnTo>
                    <a:pt x="154813" y="705358"/>
                  </a:lnTo>
                  <a:cubicBezTo>
                    <a:pt x="69342" y="705358"/>
                    <a:pt x="0" y="637159"/>
                    <a:pt x="0" y="552831"/>
                  </a:cubicBezTo>
                  <a:close/>
                </a:path>
              </a:pathLst>
            </a:custGeom>
            <a:solidFill>
              <a:srgbClr val="F3F2F1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99234" cy="721868"/>
            </a:xfrm>
            <a:custGeom>
              <a:avLst/>
              <a:gdLst/>
              <a:ahLst/>
              <a:cxnLst/>
              <a:rect r="r" b="b" t="t" l="l"/>
              <a:pathLst>
                <a:path h="721868" w="1999234">
                  <a:moveTo>
                    <a:pt x="0" y="160782"/>
                  </a:moveTo>
                  <a:cubicBezTo>
                    <a:pt x="0" y="71882"/>
                    <a:pt x="73152" y="0"/>
                    <a:pt x="163068" y="0"/>
                  </a:cubicBezTo>
                  <a:lnTo>
                    <a:pt x="1836166" y="0"/>
                  </a:lnTo>
                  <a:lnTo>
                    <a:pt x="1836166" y="8255"/>
                  </a:lnTo>
                  <a:lnTo>
                    <a:pt x="1836166" y="0"/>
                  </a:lnTo>
                  <a:cubicBezTo>
                    <a:pt x="1926082" y="0"/>
                    <a:pt x="1999234" y="71882"/>
                    <a:pt x="1999234" y="160782"/>
                  </a:cubicBezTo>
                  <a:lnTo>
                    <a:pt x="1990979" y="160782"/>
                  </a:lnTo>
                  <a:lnTo>
                    <a:pt x="1999234" y="160782"/>
                  </a:lnTo>
                  <a:lnTo>
                    <a:pt x="1999234" y="561086"/>
                  </a:lnTo>
                  <a:lnTo>
                    <a:pt x="1990979" y="561086"/>
                  </a:lnTo>
                  <a:lnTo>
                    <a:pt x="1999234" y="561086"/>
                  </a:lnTo>
                  <a:cubicBezTo>
                    <a:pt x="1999234" y="649986"/>
                    <a:pt x="1926082" y="721868"/>
                    <a:pt x="1836166" y="721868"/>
                  </a:cubicBezTo>
                  <a:lnTo>
                    <a:pt x="1836166" y="713613"/>
                  </a:lnTo>
                  <a:lnTo>
                    <a:pt x="1836166" y="721868"/>
                  </a:lnTo>
                  <a:lnTo>
                    <a:pt x="163068" y="721868"/>
                  </a:lnTo>
                  <a:lnTo>
                    <a:pt x="163068" y="713613"/>
                  </a:lnTo>
                  <a:lnTo>
                    <a:pt x="163068" y="721868"/>
                  </a:lnTo>
                  <a:cubicBezTo>
                    <a:pt x="73152" y="721868"/>
                    <a:pt x="0" y="650113"/>
                    <a:pt x="0" y="561086"/>
                  </a:cubicBezTo>
                  <a:lnTo>
                    <a:pt x="0" y="160782"/>
                  </a:lnTo>
                  <a:lnTo>
                    <a:pt x="8255" y="160782"/>
                  </a:lnTo>
                  <a:lnTo>
                    <a:pt x="0" y="160782"/>
                  </a:lnTo>
                  <a:moveTo>
                    <a:pt x="16510" y="160782"/>
                  </a:moveTo>
                  <a:lnTo>
                    <a:pt x="16510" y="561086"/>
                  </a:lnTo>
                  <a:lnTo>
                    <a:pt x="8255" y="561086"/>
                  </a:lnTo>
                  <a:lnTo>
                    <a:pt x="16510" y="561086"/>
                  </a:lnTo>
                  <a:cubicBezTo>
                    <a:pt x="16510" y="640588"/>
                    <a:pt x="82042" y="705358"/>
                    <a:pt x="163068" y="705358"/>
                  </a:cubicBezTo>
                  <a:lnTo>
                    <a:pt x="1836166" y="705358"/>
                  </a:lnTo>
                  <a:cubicBezTo>
                    <a:pt x="1917192" y="705358"/>
                    <a:pt x="1982724" y="640715"/>
                    <a:pt x="1982724" y="561086"/>
                  </a:cubicBezTo>
                  <a:lnTo>
                    <a:pt x="1982724" y="160782"/>
                  </a:lnTo>
                  <a:cubicBezTo>
                    <a:pt x="1982724" y="81280"/>
                    <a:pt x="1917192" y="16510"/>
                    <a:pt x="1836166" y="16510"/>
                  </a:cubicBezTo>
                  <a:lnTo>
                    <a:pt x="163068" y="16510"/>
                  </a:lnTo>
                  <a:lnTo>
                    <a:pt x="163068" y="8255"/>
                  </a:lnTo>
                  <a:lnTo>
                    <a:pt x="163068" y="16510"/>
                  </a:lnTo>
                  <a:cubicBezTo>
                    <a:pt x="82042" y="16510"/>
                    <a:pt x="16510" y="81280"/>
                    <a:pt x="16510" y="160782"/>
                  </a:cubicBezTo>
                  <a:close/>
                </a:path>
              </a:pathLst>
            </a:custGeom>
            <a:solidFill>
              <a:srgbClr val="E1DFD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563350" y="2020214"/>
            <a:ext cx="1487024" cy="529049"/>
            <a:chOff x="0" y="0"/>
            <a:chExt cx="1982699" cy="70539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82699" cy="705402"/>
            </a:xfrm>
            <a:custGeom>
              <a:avLst/>
              <a:gdLst/>
              <a:ahLst/>
              <a:cxnLst/>
              <a:rect r="r" b="b" t="t" l="l"/>
              <a:pathLst>
                <a:path h="705402" w="1982699">
                  <a:moveTo>
                    <a:pt x="0" y="0"/>
                  </a:moveTo>
                  <a:lnTo>
                    <a:pt x="1982699" y="0"/>
                  </a:lnTo>
                  <a:lnTo>
                    <a:pt x="1982699" y="705402"/>
                  </a:lnTo>
                  <a:lnTo>
                    <a:pt x="0" y="705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67" r="0" b="-476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982699" cy="714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2"/>
                </a:lnSpc>
              </a:pP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   </a:t>
              </a:r>
              <a:r>
                <a:rPr lang="en-US" sz="143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Exceptions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0" y="0"/>
            <a:ext cx="18288000" cy="1429864"/>
            <a:chOff x="0" y="0"/>
            <a:chExt cx="24384000" cy="190648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384026" cy="1906524"/>
            </a:xfrm>
            <a:custGeom>
              <a:avLst/>
              <a:gdLst/>
              <a:ahLst/>
              <a:cxnLst/>
              <a:rect r="r" b="b" t="t" l="l"/>
              <a:pathLst>
                <a:path h="1906524" w="24384026">
                  <a:moveTo>
                    <a:pt x="0" y="0"/>
                  </a:moveTo>
                  <a:lnTo>
                    <a:pt x="24384026" y="0"/>
                  </a:lnTo>
                  <a:lnTo>
                    <a:pt x="24384026" y="1906524"/>
                  </a:lnTo>
                  <a:lnTo>
                    <a:pt x="0" y="1906524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66" id="66"/>
          <p:cNvGrpSpPr/>
          <p:nvPr/>
        </p:nvGrpSpPr>
        <p:grpSpPr>
          <a:xfrm rot="-5400000">
            <a:off x="12709489" y="591012"/>
            <a:ext cx="898055" cy="247840"/>
            <a:chOff x="0" y="0"/>
            <a:chExt cx="1197407" cy="33045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97381" cy="330454"/>
            </a:xfrm>
            <a:custGeom>
              <a:avLst/>
              <a:gdLst/>
              <a:ahLst/>
              <a:cxnLst/>
              <a:rect r="r" b="b" t="t" l="l"/>
              <a:pathLst>
                <a:path h="330454" w="1197381">
                  <a:moveTo>
                    <a:pt x="170120" y="0"/>
                  </a:moveTo>
                  <a:lnTo>
                    <a:pt x="1027260" y="0"/>
                  </a:lnTo>
                  <a:cubicBezTo>
                    <a:pt x="1121278" y="0"/>
                    <a:pt x="1197381" y="73914"/>
                    <a:pt x="1197381" y="165227"/>
                  </a:cubicBezTo>
                  <a:lnTo>
                    <a:pt x="1197381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6103" y="0"/>
                    <a:pt x="170120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71929" y="341820"/>
            <a:ext cx="6476636" cy="746224"/>
            <a:chOff x="0" y="0"/>
            <a:chExt cx="8635515" cy="99496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635509" cy="994958"/>
            </a:xfrm>
            <a:custGeom>
              <a:avLst/>
              <a:gdLst/>
              <a:ahLst/>
              <a:cxnLst/>
              <a:rect r="r" b="b" t="t" l="l"/>
              <a:pathLst>
                <a:path h="994958" w="8635509">
                  <a:moveTo>
                    <a:pt x="0" y="0"/>
                  </a:moveTo>
                  <a:lnTo>
                    <a:pt x="8635509" y="0"/>
                  </a:lnTo>
                  <a:lnTo>
                    <a:pt x="8635509" y="994958"/>
                  </a:lnTo>
                  <a:lnTo>
                    <a:pt x="0" y="99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22" r="9264" b="-8027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8635515" cy="1004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Azure 3-Tier E-Commerce Application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389080" y="209531"/>
            <a:ext cx="1405661" cy="1010802"/>
            <a:chOff x="0" y="0"/>
            <a:chExt cx="692506" cy="49797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92511" cy="497981"/>
            </a:xfrm>
            <a:custGeom>
              <a:avLst/>
              <a:gdLst/>
              <a:ahLst/>
              <a:cxnLst/>
              <a:rect r="r" b="b" t="t" l="l"/>
              <a:pathLst>
                <a:path h="497981" w="692511">
                  <a:moveTo>
                    <a:pt x="0" y="0"/>
                  </a:moveTo>
                  <a:lnTo>
                    <a:pt x="692511" y="0"/>
                  </a:lnTo>
                  <a:lnTo>
                    <a:pt x="692511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335" t="0" r="8112" b="2726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692506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07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28700" y="6627275"/>
            <a:ext cx="15809082" cy="2517919"/>
            <a:chOff x="0" y="0"/>
            <a:chExt cx="3489737" cy="5558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489737" cy="555812"/>
            </a:xfrm>
            <a:custGeom>
              <a:avLst/>
              <a:gdLst/>
              <a:ahLst/>
              <a:cxnLst/>
              <a:rect r="r" b="b" t="t" l="l"/>
              <a:pathLst>
                <a:path h="555812" w="3489737">
                  <a:moveTo>
                    <a:pt x="11263" y="0"/>
                  </a:moveTo>
                  <a:lnTo>
                    <a:pt x="3478473" y="0"/>
                  </a:lnTo>
                  <a:cubicBezTo>
                    <a:pt x="3481460" y="0"/>
                    <a:pt x="3484325" y="1187"/>
                    <a:pt x="3486438" y="3299"/>
                  </a:cubicBezTo>
                  <a:cubicBezTo>
                    <a:pt x="3488550" y="5411"/>
                    <a:pt x="3489737" y="8276"/>
                    <a:pt x="3489737" y="11263"/>
                  </a:cubicBezTo>
                  <a:lnTo>
                    <a:pt x="3489737" y="544548"/>
                  </a:lnTo>
                  <a:cubicBezTo>
                    <a:pt x="3489737" y="550769"/>
                    <a:pt x="3484694" y="555812"/>
                    <a:pt x="3478473" y="555812"/>
                  </a:cubicBezTo>
                  <a:lnTo>
                    <a:pt x="11263" y="555812"/>
                  </a:lnTo>
                  <a:cubicBezTo>
                    <a:pt x="5043" y="555812"/>
                    <a:pt x="0" y="550769"/>
                    <a:pt x="0" y="544548"/>
                  </a:cubicBezTo>
                  <a:lnTo>
                    <a:pt x="0" y="11263"/>
                  </a:lnTo>
                  <a:cubicBezTo>
                    <a:pt x="0" y="5043"/>
                    <a:pt x="5043" y="0"/>
                    <a:pt x="1126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29" r="0" b="-229"/>
              </a:stretch>
            </a:blip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6290434" y="3142678"/>
            <a:ext cx="11301259" cy="3192606"/>
          </a:xfrm>
          <a:custGeom>
            <a:avLst/>
            <a:gdLst/>
            <a:ahLst/>
            <a:cxnLst/>
            <a:rect r="r" b="b" t="t" l="l"/>
            <a:pathLst>
              <a:path h="3192606" w="11301259">
                <a:moveTo>
                  <a:pt x="0" y="0"/>
                </a:moveTo>
                <a:lnTo>
                  <a:pt x="11301259" y="0"/>
                </a:lnTo>
                <a:lnTo>
                  <a:pt x="11301259" y="3192605"/>
                </a:lnTo>
                <a:lnTo>
                  <a:pt x="0" y="31926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9864"/>
            <a:chOff x="0" y="0"/>
            <a:chExt cx="24384000" cy="1906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26" cy="1906524"/>
            </a:xfrm>
            <a:custGeom>
              <a:avLst/>
              <a:gdLst/>
              <a:ahLst/>
              <a:cxnLst/>
              <a:rect r="r" b="b" t="t" l="l"/>
              <a:pathLst>
                <a:path h="1906524" w="24384026">
                  <a:moveTo>
                    <a:pt x="0" y="0"/>
                  </a:moveTo>
                  <a:lnTo>
                    <a:pt x="24384026" y="0"/>
                  </a:lnTo>
                  <a:lnTo>
                    <a:pt x="24384026" y="1906524"/>
                  </a:lnTo>
                  <a:lnTo>
                    <a:pt x="0" y="1906524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7178" y="5499285"/>
            <a:ext cx="4811261" cy="4244894"/>
            <a:chOff x="0" y="0"/>
            <a:chExt cx="6476822" cy="5714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510" y="16510"/>
              <a:ext cx="6443726" cy="5681345"/>
            </a:xfrm>
            <a:custGeom>
              <a:avLst/>
              <a:gdLst/>
              <a:ahLst/>
              <a:cxnLst/>
              <a:rect r="r" b="b" t="t" l="l"/>
              <a:pathLst>
                <a:path h="5681345" w="6443726">
                  <a:moveTo>
                    <a:pt x="0" y="305054"/>
                  </a:moveTo>
                  <a:cubicBezTo>
                    <a:pt x="0" y="136525"/>
                    <a:pt x="136652" y="0"/>
                    <a:pt x="305308" y="0"/>
                  </a:cubicBezTo>
                  <a:lnTo>
                    <a:pt x="6138545" y="0"/>
                  </a:lnTo>
                  <a:cubicBezTo>
                    <a:pt x="6307074" y="0"/>
                    <a:pt x="6443726" y="136525"/>
                    <a:pt x="6443726" y="305054"/>
                  </a:cubicBezTo>
                  <a:lnTo>
                    <a:pt x="6443726" y="5376291"/>
                  </a:lnTo>
                  <a:cubicBezTo>
                    <a:pt x="6443726" y="5544693"/>
                    <a:pt x="6307074" y="5681345"/>
                    <a:pt x="6138545" y="5681345"/>
                  </a:cubicBezTo>
                  <a:lnTo>
                    <a:pt x="305308" y="5681345"/>
                  </a:lnTo>
                  <a:cubicBezTo>
                    <a:pt x="136779" y="5681345"/>
                    <a:pt x="127" y="5544820"/>
                    <a:pt x="127" y="5376291"/>
                  </a:cubicBezTo>
                  <a:close/>
                </a:path>
              </a:pathLst>
            </a:custGeom>
            <a:blipFill>
              <a:blip r:embed="rId2"/>
              <a:stretch>
                <a:fillRect l="-16668" t="0" r="-16668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6873" cy="5714365"/>
            </a:xfrm>
            <a:custGeom>
              <a:avLst/>
              <a:gdLst/>
              <a:ahLst/>
              <a:cxnLst/>
              <a:rect r="r" b="b" t="t" l="l"/>
              <a:pathLst>
                <a:path h="5714365" w="6476873">
                  <a:moveTo>
                    <a:pt x="0" y="321564"/>
                  </a:moveTo>
                  <a:cubicBezTo>
                    <a:pt x="0" y="143891"/>
                    <a:pt x="144018" y="0"/>
                    <a:pt x="321818" y="0"/>
                  </a:cubicBezTo>
                  <a:lnTo>
                    <a:pt x="6155055" y="0"/>
                  </a:lnTo>
                  <a:lnTo>
                    <a:pt x="6155055" y="16510"/>
                  </a:lnTo>
                  <a:lnTo>
                    <a:pt x="6155055" y="0"/>
                  </a:lnTo>
                  <a:cubicBezTo>
                    <a:pt x="6332728" y="0"/>
                    <a:pt x="6476873" y="143891"/>
                    <a:pt x="6476873" y="321564"/>
                  </a:cubicBezTo>
                  <a:lnTo>
                    <a:pt x="6460363" y="321564"/>
                  </a:lnTo>
                  <a:lnTo>
                    <a:pt x="6476873" y="321564"/>
                  </a:lnTo>
                  <a:lnTo>
                    <a:pt x="6476873" y="5392801"/>
                  </a:lnTo>
                  <a:lnTo>
                    <a:pt x="6460363" y="5392801"/>
                  </a:lnTo>
                  <a:lnTo>
                    <a:pt x="6476873" y="5392801"/>
                  </a:lnTo>
                  <a:cubicBezTo>
                    <a:pt x="6476873" y="5570347"/>
                    <a:pt x="6332855" y="5714365"/>
                    <a:pt x="6155055" y="5714365"/>
                  </a:cubicBezTo>
                  <a:lnTo>
                    <a:pt x="6155055" y="5697855"/>
                  </a:lnTo>
                  <a:lnTo>
                    <a:pt x="6155055" y="5714365"/>
                  </a:lnTo>
                  <a:lnTo>
                    <a:pt x="321818" y="5714365"/>
                  </a:lnTo>
                  <a:lnTo>
                    <a:pt x="321818" y="5697855"/>
                  </a:lnTo>
                  <a:lnTo>
                    <a:pt x="321818" y="5714365"/>
                  </a:lnTo>
                  <a:cubicBezTo>
                    <a:pt x="144018" y="5714365"/>
                    <a:pt x="0" y="5570474"/>
                    <a:pt x="0" y="5392801"/>
                  </a:cubicBezTo>
                  <a:lnTo>
                    <a:pt x="0" y="321564"/>
                  </a:lnTo>
                  <a:lnTo>
                    <a:pt x="16510" y="321564"/>
                  </a:lnTo>
                  <a:lnTo>
                    <a:pt x="0" y="321564"/>
                  </a:lnTo>
                  <a:moveTo>
                    <a:pt x="33020" y="321564"/>
                  </a:moveTo>
                  <a:lnTo>
                    <a:pt x="33020" y="5392801"/>
                  </a:lnTo>
                  <a:lnTo>
                    <a:pt x="16510" y="5392801"/>
                  </a:lnTo>
                  <a:lnTo>
                    <a:pt x="33020" y="5392801"/>
                  </a:lnTo>
                  <a:cubicBezTo>
                    <a:pt x="33020" y="5552186"/>
                    <a:pt x="162306" y="5681345"/>
                    <a:pt x="321691" y="5681345"/>
                  </a:cubicBezTo>
                  <a:lnTo>
                    <a:pt x="6155055" y="5681345"/>
                  </a:lnTo>
                  <a:cubicBezTo>
                    <a:pt x="6314567" y="5681345"/>
                    <a:pt x="6443726" y="5552186"/>
                    <a:pt x="6443726" y="5392801"/>
                  </a:cubicBezTo>
                  <a:lnTo>
                    <a:pt x="6443726" y="321564"/>
                  </a:lnTo>
                  <a:cubicBezTo>
                    <a:pt x="6443726" y="162179"/>
                    <a:pt x="6314440" y="33020"/>
                    <a:pt x="6155055" y="33020"/>
                  </a:cubicBezTo>
                  <a:lnTo>
                    <a:pt x="321818" y="33020"/>
                  </a:lnTo>
                  <a:lnTo>
                    <a:pt x="321818" y="16510"/>
                  </a:lnTo>
                  <a:lnTo>
                    <a:pt x="321818" y="33020"/>
                  </a:lnTo>
                  <a:cubicBezTo>
                    <a:pt x="162306" y="33020"/>
                    <a:pt x="33020" y="162179"/>
                    <a:pt x="33020" y="321564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00536" y="5499285"/>
            <a:ext cx="4612200" cy="4244894"/>
            <a:chOff x="0" y="0"/>
            <a:chExt cx="3387449" cy="31176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635" y="9008"/>
              <a:ext cx="3370139" cy="3099650"/>
            </a:xfrm>
            <a:custGeom>
              <a:avLst/>
              <a:gdLst/>
              <a:ahLst/>
              <a:cxnLst/>
              <a:rect r="r" b="b" t="t" l="l"/>
              <a:pathLst>
                <a:path h="3099650" w="3370139">
                  <a:moveTo>
                    <a:pt x="0" y="166432"/>
                  </a:moveTo>
                  <a:cubicBezTo>
                    <a:pt x="0" y="74485"/>
                    <a:pt x="71470" y="0"/>
                    <a:pt x="159679" y="0"/>
                  </a:cubicBezTo>
                  <a:lnTo>
                    <a:pt x="3210526" y="0"/>
                  </a:lnTo>
                  <a:cubicBezTo>
                    <a:pt x="3298668" y="0"/>
                    <a:pt x="3370139" y="74485"/>
                    <a:pt x="3370139" y="166432"/>
                  </a:cubicBezTo>
                  <a:lnTo>
                    <a:pt x="3370139" y="2933217"/>
                  </a:lnTo>
                  <a:cubicBezTo>
                    <a:pt x="3370139" y="3025095"/>
                    <a:pt x="3298668" y="3099650"/>
                    <a:pt x="3210526" y="3099650"/>
                  </a:cubicBezTo>
                  <a:lnTo>
                    <a:pt x="159679" y="3099650"/>
                  </a:lnTo>
                  <a:cubicBezTo>
                    <a:pt x="71537" y="3099650"/>
                    <a:pt x="66" y="3025164"/>
                    <a:pt x="66" y="2933217"/>
                  </a:cubicBezTo>
                  <a:close/>
                </a:path>
              </a:pathLst>
            </a:custGeom>
            <a:blipFill>
              <a:blip r:embed="rId3"/>
              <a:stretch>
                <a:fillRect l="-4781" t="-290" r="-15951" b="-293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87499" cy="3117666"/>
            </a:xfrm>
            <a:custGeom>
              <a:avLst/>
              <a:gdLst/>
              <a:ahLst/>
              <a:cxnLst/>
              <a:rect r="r" b="b" t="t" l="l"/>
              <a:pathLst>
                <a:path h="3117666" w="3387499">
                  <a:moveTo>
                    <a:pt x="0" y="175440"/>
                  </a:moveTo>
                  <a:cubicBezTo>
                    <a:pt x="0" y="78505"/>
                    <a:pt x="75323" y="0"/>
                    <a:pt x="168314" y="0"/>
                  </a:cubicBezTo>
                  <a:lnTo>
                    <a:pt x="3219161" y="0"/>
                  </a:lnTo>
                  <a:lnTo>
                    <a:pt x="3219161" y="9008"/>
                  </a:lnTo>
                  <a:lnTo>
                    <a:pt x="3219161" y="0"/>
                  </a:lnTo>
                  <a:cubicBezTo>
                    <a:pt x="3312086" y="0"/>
                    <a:pt x="3387499" y="78505"/>
                    <a:pt x="3387499" y="175440"/>
                  </a:cubicBezTo>
                  <a:lnTo>
                    <a:pt x="3378840" y="175440"/>
                  </a:lnTo>
                  <a:lnTo>
                    <a:pt x="3387499" y="175440"/>
                  </a:lnTo>
                  <a:lnTo>
                    <a:pt x="3387499" y="2942225"/>
                  </a:lnTo>
                  <a:lnTo>
                    <a:pt x="3378840" y="2942225"/>
                  </a:lnTo>
                  <a:lnTo>
                    <a:pt x="3387499" y="2942225"/>
                  </a:lnTo>
                  <a:cubicBezTo>
                    <a:pt x="3387499" y="3039092"/>
                    <a:pt x="3312152" y="3117666"/>
                    <a:pt x="3219161" y="3117666"/>
                  </a:cubicBezTo>
                  <a:lnTo>
                    <a:pt x="3219161" y="3108658"/>
                  </a:lnTo>
                  <a:lnTo>
                    <a:pt x="3219161" y="3117666"/>
                  </a:lnTo>
                  <a:lnTo>
                    <a:pt x="168314" y="3117666"/>
                  </a:lnTo>
                  <a:lnTo>
                    <a:pt x="168314" y="3108658"/>
                  </a:lnTo>
                  <a:lnTo>
                    <a:pt x="168314" y="3117666"/>
                  </a:lnTo>
                  <a:cubicBezTo>
                    <a:pt x="75323" y="3117666"/>
                    <a:pt x="0" y="3039161"/>
                    <a:pt x="0" y="2942225"/>
                  </a:cubicBezTo>
                  <a:lnTo>
                    <a:pt x="0" y="175440"/>
                  </a:lnTo>
                  <a:lnTo>
                    <a:pt x="8635" y="175440"/>
                  </a:lnTo>
                  <a:lnTo>
                    <a:pt x="0" y="175440"/>
                  </a:lnTo>
                  <a:moveTo>
                    <a:pt x="17270" y="175440"/>
                  </a:moveTo>
                  <a:lnTo>
                    <a:pt x="17270" y="2942225"/>
                  </a:lnTo>
                  <a:lnTo>
                    <a:pt x="8635" y="2942225"/>
                  </a:lnTo>
                  <a:lnTo>
                    <a:pt x="17270" y="2942225"/>
                  </a:lnTo>
                  <a:cubicBezTo>
                    <a:pt x="17270" y="3029183"/>
                    <a:pt x="84888" y="3099650"/>
                    <a:pt x="168248" y="3099650"/>
                  </a:cubicBezTo>
                  <a:lnTo>
                    <a:pt x="3219161" y="3099650"/>
                  </a:lnTo>
                  <a:cubicBezTo>
                    <a:pt x="3302587" y="3099650"/>
                    <a:pt x="3370139" y="3029183"/>
                    <a:pt x="3370139" y="2942225"/>
                  </a:cubicBezTo>
                  <a:lnTo>
                    <a:pt x="3370139" y="175440"/>
                  </a:lnTo>
                  <a:cubicBezTo>
                    <a:pt x="3370139" y="88482"/>
                    <a:pt x="3302521" y="18015"/>
                    <a:pt x="3219161" y="18015"/>
                  </a:cubicBezTo>
                  <a:lnTo>
                    <a:pt x="168314" y="18015"/>
                  </a:lnTo>
                  <a:lnTo>
                    <a:pt x="168314" y="9008"/>
                  </a:lnTo>
                  <a:lnTo>
                    <a:pt x="168314" y="18015"/>
                  </a:lnTo>
                  <a:cubicBezTo>
                    <a:pt x="84888" y="18015"/>
                    <a:pt x="17270" y="88482"/>
                    <a:pt x="17270" y="17544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7563" y="1259162"/>
            <a:ext cx="7399291" cy="1372672"/>
            <a:chOff x="0" y="0"/>
            <a:chExt cx="9865722" cy="18302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5715" cy="1830225"/>
            </a:xfrm>
            <a:custGeom>
              <a:avLst/>
              <a:gdLst/>
              <a:ahLst/>
              <a:cxnLst/>
              <a:rect r="r" b="b" t="t" l="l"/>
              <a:pathLst>
                <a:path h="1830225" w="9865715">
                  <a:moveTo>
                    <a:pt x="0" y="0"/>
                  </a:moveTo>
                  <a:lnTo>
                    <a:pt x="9865715" y="0"/>
                  </a:lnTo>
                  <a:lnTo>
                    <a:pt x="9865715" y="1830225"/>
                  </a:lnTo>
                  <a:lnTo>
                    <a:pt x="0" y="1830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601" r="34685" b="-1860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865722" cy="1877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590" b="true">
                  <a:solidFill>
                    <a:srgbClr val="00386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Result &amp; Conclusion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7740" y="2355329"/>
            <a:ext cx="4832833" cy="447955"/>
            <a:chOff x="0" y="0"/>
            <a:chExt cx="6443777" cy="5972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43772" cy="597274"/>
            </a:xfrm>
            <a:custGeom>
              <a:avLst/>
              <a:gdLst/>
              <a:ahLst/>
              <a:cxnLst/>
              <a:rect r="r" b="b" t="t" l="l"/>
              <a:pathLst>
                <a:path h="597274" w="6443772">
                  <a:moveTo>
                    <a:pt x="0" y="0"/>
                  </a:moveTo>
                  <a:lnTo>
                    <a:pt x="6443772" y="0"/>
                  </a:lnTo>
                  <a:lnTo>
                    <a:pt x="6443772" y="597274"/>
                  </a:lnTo>
                  <a:lnTo>
                    <a:pt x="0" y="5972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781" r="0" b="-17565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443777" cy="606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4"/>
                </a:lnSpc>
              </a:pPr>
              <a:r>
                <a:rPr lang="en-US" sz="1795">
                  <a:solidFill>
                    <a:srgbClr val="605E5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Project Success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2106" y="3282638"/>
            <a:ext cx="4632655" cy="800724"/>
            <a:chOff x="0" y="0"/>
            <a:chExt cx="6176874" cy="10676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76869" cy="1067626"/>
            </a:xfrm>
            <a:custGeom>
              <a:avLst/>
              <a:gdLst/>
              <a:ahLst/>
              <a:cxnLst/>
              <a:rect r="r" b="b" t="t" l="l"/>
              <a:pathLst>
                <a:path h="1067626" w="6176869">
                  <a:moveTo>
                    <a:pt x="0" y="0"/>
                  </a:moveTo>
                  <a:lnTo>
                    <a:pt x="6176869" y="0"/>
                  </a:lnTo>
                  <a:lnTo>
                    <a:pt x="6176869" y="1067626"/>
                  </a:lnTo>
                  <a:lnTo>
                    <a:pt x="0" y="1067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603" r="-4321" b="-6760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6176874" cy="1134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179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3-tier architecture implemented successfully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71751" y="3513279"/>
            <a:ext cx="400355" cy="339442"/>
            <a:chOff x="0" y="0"/>
            <a:chExt cx="533806" cy="45259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533781" cy="452628"/>
            </a:xfrm>
            <a:custGeom>
              <a:avLst/>
              <a:gdLst/>
              <a:ahLst/>
              <a:cxnLst/>
              <a:rect r="r" b="b" t="t" l="l"/>
              <a:pathLst>
                <a:path h="452628" w="533781">
                  <a:moveTo>
                    <a:pt x="0" y="0"/>
                  </a:moveTo>
                  <a:lnTo>
                    <a:pt x="533781" y="0"/>
                  </a:lnTo>
                  <a:lnTo>
                    <a:pt x="533781" y="452628"/>
                  </a:lnTo>
                  <a:lnTo>
                    <a:pt x="0" y="452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5" b="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72106" y="4039337"/>
            <a:ext cx="3667676" cy="450793"/>
            <a:chOff x="0" y="0"/>
            <a:chExt cx="4890235" cy="6010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90231" cy="601053"/>
            </a:xfrm>
            <a:custGeom>
              <a:avLst/>
              <a:gdLst/>
              <a:ahLst/>
              <a:cxnLst/>
              <a:rect r="r" b="b" t="t" l="l"/>
              <a:pathLst>
                <a:path h="601053" w="4890231">
                  <a:moveTo>
                    <a:pt x="0" y="0"/>
                  </a:moveTo>
                  <a:lnTo>
                    <a:pt x="4890231" y="0"/>
                  </a:lnTo>
                  <a:lnTo>
                    <a:pt x="4890231" y="601053"/>
                  </a:lnTo>
                  <a:lnTo>
                    <a:pt x="0" y="6010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488" r="-31768" b="-15330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4890235" cy="667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HTTPS and routing configured 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71751" y="4146854"/>
            <a:ext cx="400355" cy="307437"/>
            <a:chOff x="0" y="0"/>
            <a:chExt cx="533806" cy="409916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33781" cy="409954"/>
            </a:xfrm>
            <a:custGeom>
              <a:avLst/>
              <a:gdLst/>
              <a:ahLst/>
              <a:cxnLst/>
              <a:rect r="r" b="b" t="t" l="l"/>
              <a:pathLst>
                <a:path h="409954" w="533781">
                  <a:moveTo>
                    <a:pt x="0" y="0"/>
                  </a:moveTo>
                  <a:lnTo>
                    <a:pt x="533781" y="0"/>
                  </a:lnTo>
                  <a:lnTo>
                    <a:pt x="533781" y="409954"/>
                  </a:lnTo>
                  <a:lnTo>
                    <a:pt x="0" y="409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03" r="-4" b="-519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72106" y="2676496"/>
            <a:ext cx="3654973" cy="800724"/>
            <a:chOff x="0" y="0"/>
            <a:chExt cx="4873297" cy="10676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73294" cy="1067626"/>
            </a:xfrm>
            <a:custGeom>
              <a:avLst/>
              <a:gdLst/>
              <a:ahLst/>
              <a:cxnLst/>
              <a:rect r="r" b="b" t="t" l="l"/>
              <a:pathLst>
                <a:path h="1067626" w="4873294">
                  <a:moveTo>
                    <a:pt x="0" y="0"/>
                  </a:moveTo>
                  <a:lnTo>
                    <a:pt x="4873294" y="0"/>
                  </a:lnTo>
                  <a:lnTo>
                    <a:pt x="4873294" y="1067626"/>
                  </a:lnTo>
                  <a:lnTo>
                    <a:pt x="0" y="1067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603" r="-32226" b="-6760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4873297" cy="1134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Autoscaling and monitoring verified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71751" y="2907137"/>
            <a:ext cx="400355" cy="339442"/>
            <a:chOff x="0" y="0"/>
            <a:chExt cx="533806" cy="45259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533781" cy="452628"/>
            </a:xfrm>
            <a:custGeom>
              <a:avLst/>
              <a:gdLst/>
              <a:ahLst/>
              <a:cxnLst/>
              <a:rect r="r" b="b" t="t" l="l"/>
              <a:pathLst>
                <a:path h="452628" w="533781">
                  <a:moveTo>
                    <a:pt x="0" y="0"/>
                  </a:moveTo>
                  <a:lnTo>
                    <a:pt x="533781" y="0"/>
                  </a:lnTo>
                  <a:lnTo>
                    <a:pt x="533781" y="452628"/>
                  </a:lnTo>
                  <a:lnTo>
                    <a:pt x="0" y="452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5" b="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72106" y="4490130"/>
            <a:ext cx="4632655" cy="800724"/>
            <a:chOff x="0" y="0"/>
            <a:chExt cx="6176874" cy="10676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76869" cy="1067626"/>
            </a:xfrm>
            <a:custGeom>
              <a:avLst/>
              <a:gdLst/>
              <a:ahLst/>
              <a:cxnLst/>
              <a:rect r="r" b="b" t="t" l="l"/>
              <a:pathLst>
                <a:path h="1067626" w="6176869">
                  <a:moveTo>
                    <a:pt x="0" y="0"/>
                  </a:moveTo>
                  <a:lnTo>
                    <a:pt x="6176869" y="0"/>
                  </a:lnTo>
                  <a:lnTo>
                    <a:pt x="6176869" y="1067626"/>
                  </a:lnTo>
                  <a:lnTo>
                    <a:pt x="0" y="1067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603" r="-4321" b="-6760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6176874" cy="1134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>
                  <a:solidFill>
                    <a:srgbClr val="3231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Production-style Azure deployment completed 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71751" y="4720771"/>
            <a:ext cx="400355" cy="339442"/>
            <a:chOff x="0" y="0"/>
            <a:chExt cx="533806" cy="45259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533781" cy="452628"/>
            </a:xfrm>
            <a:custGeom>
              <a:avLst/>
              <a:gdLst/>
              <a:ahLst/>
              <a:cxnLst/>
              <a:rect r="r" b="b" t="t" l="l"/>
              <a:pathLst>
                <a:path h="452628" w="533781">
                  <a:moveTo>
                    <a:pt x="0" y="0"/>
                  </a:moveTo>
                  <a:lnTo>
                    <a:pt x="533781" y="0"/>
                  </a:lnTo>
                  <a:lnTo>
                    <a:pt x="533781" y="452628"/>
                  </a:lnTo>
                  <a:lnTo>
                    <a:pt x="0" y="452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5" b="8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-5400000">
            <a:off x="12709489" y="591012"/>
            <a:ext cx="898055" cy="247840"/>
            <a:chOff x="0" y="0"/>
            <a:chExt cx="1197407" cy="3304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97381" cy="330454"/>
            </a:xfrm>
            <a:custGeom>
              <a:avLst/>
              <a:gdLst/>
              <a:ahLst/>
              <a:cxnLst/>
              <a:rect r="r" b="b" t="t" l="l"/>
              <a:pathLst>
                <a:path h="330454" w="1197381">
                  <a:moveTo>
                    <a:pt x="170120" y="0"/>
                  </a:moveTo>
                  <a:lnTo>
                    <a:pt x="1027260" y="0"/>
                  </a:lnTo>
                  <a:cubicBezTo>
                    <a:pt x="1121278" y="0"/>
                    <a:pt x="1197381" y="73914"/>
                    <a:pt x="1197381" y="165227"/>
                  </a:cubicBezTo>
                  <a:lnTo>
                    <a:pt x="1197381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6103" y="0"/>
                    <a:pt x="170120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48539" y="5499285"/>
            <a:ext cx="4751896" cy="4244894"/>
            <a:chOff x="0" y="0"/>
            <a:chExt cx="3444171" cy="30766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780" y="8889"/>
              <a:ext cx="3426572" cy="3058904"/>
            </a:xfrm>
            <a:custGeom>
              <a:avLst/>
              <a:gdLst/>
              <a:ahLst/>
              <a:cxnLst/>
              <a:rect r="r" b="b" t="t" l="l"/>
              <a:pathLst>
                <a:path h="3058904" w="3426572">
                  <a:moveTo>
                    <a:pt x="0" y="164245"/>
                  </a:moveTo>
                  <a:cubicBezTo>
                    <a:pt x="0" y="73507"/>
                    <a:pt x="72667" y="0"/>
                    <a:pt x="162353" y="0"/>
                  </a:cubicBezTo>
                  <a:lnTo>
                    <a:pt x="3264285" y="0"/>
                  </a:lnTo>
                  <a:cubicBezTo>
                    <a:pt x="3353904" y="0"/>
                    <a:pt x="3426571" y="73507"/>
                    <a:pt x="3426571" y="164245"/>
                  </a:cubicBezTo>
                  <a:lnTo>
                    <a:pt x="3426571" y="2894660"/>
                  </a:lnTo>
                  <a:cubicBezTo>
                    <a:pt x="3426571" y="2985330"/>
                    <a:pt x="3353904" y="3058905"/>
                    <a:pt x="3264285" y="3058905"/>
                  </a:cubicBezTo>
                  <a:lnTo>
                    <a:pt x="162353" y="3058905"/>
                  </a:lnTo>
                  <a:cubicBezTo>
                    <a:pt x="72734" y="3058905"/>
                    <a:pt x="67" y="2985398"/>
                    <a:pt x="67" y="289466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-44566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44222" cy="3076683"/>
            </a:xfrm>
            <a:custGeom>
              <a:avLst/>
              <a:gdLst/>
              <a:ahLst/>
              <a:cxnLst/>
              <a:rect r="r" b="b" t="t" l="l"/>
              <a:pathLst>
                <a:path h="3076683" w="3444222">
                  <a:moveTo>
                    <a:pt x="0" y="173134"/>
                  </a:moveTo>
                  <a:cubicBezTo>
                    <a:pt x="0" y="77473"/>
                    <a:pt x="76584" y="0"/>
                    <a:pt x="171133" y="0"/>
                  </a:cubicBezTo>
                  <a:lnTo>
                    <a:pt x="3273065" y="0"/>
                  </a:lnTo>
                  <a:lnTo>
                    <a:pt x="3273065" y="8889"/>
                  </a:lnTo>
                  <a:lnTo>
                    <a:pt x="3273065" y="0"/>
                  </a:lnTo>
                  <a:cubicBezTo>
                    <a:pt x="3367546" y="0"/>
                    <a:pt x="3444222" y="77473"/>
                    <a:pt x="3444222" y="173134"/>
                  </a:cubicBezTo>
                  <a:lnTo>
                    <a:pt x="3435419" y="173134"/>
                  </a:lnTo>
                  <a:lnTo>
                    <a:pt x="3444222" y="173134"/>
                  </a:lnTo>
                  <a:lnTo>
                    <a:pt x="3444222" y="2903549"/>
                  </a:lnTo>
                  <a:lnTo>
                    <a:pt x="3435419" y="2903549"/>
                  </a:lnTo>
                  <a:lnTo>
                    <a:pt x="3444222" y="2903549"/>
                  </a:lnTo>
                  <a:cubicBezTo>
                    <a:pt x="3444222" y="2999142"/>
                    <a:pt x="3367614" y="3076683"/>
                    <a:pt x="3273065" y="3076683"/>
                  </a:cubicBezTo>
                  <a:lnTo>
                    <a:pt x="3273065" y="3067794"/>
                  </a:lnTo>
                  <a:lnTo>
                    <a:pt x="3273065" y="3076683"/>
                  </a:lnTo>
                  <a:lnTo>
                    <a:pt x="171133" y="3076683"/>
                  </a:lnTo>
                  <a:lnTo>
                    <a:pt x="171133" y="3067794"/>
                  </a:lnTo>
                  <a:lnTo>
                    <a:pt x="171133" y="3076683"/>
                  </a:lnTo>
                  <a:cubicBezTo>
                    <a:pt x="76584" y="3076683"/>
                    <a:pt x="0" y="2999210"/>
                    <a:pt x="0" y="2903549"/>
                  </a:cubicBezTo>
                  <a:lnTo>
                    <a:pt x="0" y="173134"/>
                  </a:lnTo>
                  <a:lnTo>
                    <a:pt x="8780" y="173134"/>
                  </a:lnTo>
                  <a:lnTo>
                    <a:pt x="0" y="173134"/>
                  </a:lnTo>
                  <a:moveTo>
                    <a:pt x="17559" y="173134"/>
                  </a:moveTo>
                  <a:lnTo>
                    <a:pt x="17559" y="2903549"/>
                  </a:lnTo>
                  <a:lnTo>
                    <a:pt x="8780" y="2903549"/>
                  </a:lnTo>
                  <a:lnTo>
                    <a:pt x="17559" y="2903549"/>
                  </a:lnTo>
                  <a:cubicBezTo>
                    <a:pt x="17559" y="2989364"/>
                    <a:pt x="86309" y="3058904"/>
                    <a:pt x="171065" y="3058904"/>
                  </a:cubicBezTo>
                  <a:lnTo>
                    <a:pt x="3273065" y="3058904"/>
                  </a:lnTo>
                  <a:cubicBezTo>
                    <a:pt x="3357889" y="3058904"/>
                    <a:pt x="3426572" y="2989364"/>
                    <a:pt x="3426572" y="2903549"/>
                  </a:cubicBezTo>
                  <a:lnTo>
                    <a:pt x="3426572" y="173134"/>
                  </a:lnTo>
                  <a:cubicBezTo>
                    <a:pt x="3426572" y="87319"/>
                    <a:pt x="3357821" y="17778"/>
                    <a:pt x="3273065" y="17778"/>
                  </a:cubicBezTo>
                  <a:lnTo>
                    <a:pt x="171133" y="17778"/>
                  </a:lnTo>
                  <a:lnTo>
                    <a:pt x="171133" y="8889"/>
                  </a:lnTo>
                  <a:lnTo>
                    <a:pt x="171133" y="17778"/>
                  </a:lnTo>
                  <a:cubicBezTo>
                    <a:pt x="86309" y="17778"/>
                    <a:pt x="17559" y="87319"/>
                    <a:pt x="17559" y="173134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</p:grpSp>
      <p:sp>
        <p:nvSpPr>
          <p:cNvPr name="AutoShape 41" id="41"/>
          <p:cNvSpPr/>
          <p:nvPr/>
        </p:nvSpPr>
        <p:spPr>
          <a:xfrm>
            <a:off x="84982" y="2336279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571929" y="341820"/>
            <a:ext cx="6476636" cy="746224"/>
            <a:chOff x="0" y="0"/>
            <a:chExt cx="8635515" cy="9949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35509" cy="994958"/>
            </a:xfrm>
            <a:custGeom>
              <a:avLst/>
              <a:gdLst/>
              <a:ahLst/>
              <a:cxnLst/>
              <a:rect r="r" b="b" t="t" l="l"/>
              <a:pathLst>
                <a:path h="994958" w="8635509">
                  <a:moveTo>
                    <a:pt x="0" y="0"/>
                  </a:moveTo>
                  <a:lnTo>
                    <a:pt x="8635509" y="0"/>
                  </a:lnTo>
                  <a:lnTo>
                    <a:pt x="8635509" y="994958"/>
                  </a:lnTo>
                  <a:lnTo>
                    <a:pt x="0" y="9949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622" r="9264" b="-802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635515" cy="1004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Azure 3-Tier E-Commerce Application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389080" y="209531"/>
            <a:ext cx="1405661" cy="1010802"/>
            <a:chOff x="0" y="0"/>
            <a:chExt cx="692506" cy="49797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2511" cy="497981"/>
            </a:xfrm>
            <a:custGeom>
              <a:avLst/>
              <a:gdLst/>
              <a:ahLst/>
              <a:cxnLst/>
              <a:rect r="r" b="b" t="t" l="l"/>
              <a:pathLst>
                <a:path h="497981" w="692511">
                  <a:moveTo>
                    <a:pt x="0" y="0"/>
                  </a:moveTo>
                  <a:lnTo>
                    <a:pt x="692511" y="0"/>
                  </a:lnTo>
                  <a:lnTo>
                    <a:pt x="692511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2335" t="0" r="8112" b="2726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92506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9864"/>
            <a:chOff x="0" y="0"/>
            <a:chExt cx="24384000" cy="1906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26" cy="1906524"/>
            </a:xfrm>
            <a:custGeom>
              <a:avLst/>
              <a:gdLst/>
              <a:ahLst/>
              <a:cxnLst/>
              <a:rect r="r" b="b" t="t" l="l"/>
              <a:pathLst>
                <a:path h="1906524" w="24384026">
                  <a:moveTo>
                    <a:pt x="0" y="0"/>
                  </a:moveTo>
                  <a:lnTo>
                    <a:pt x="24384026" y="0"/>
                  </a:lnTo>
                  <a:lnTo>
                    <a:pt x="24384026" y="1906524"/>
                  </a:lnTo>
                  <a:lnTo>
                    <a:pt x="0" y="1906524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709489" y="591012"/>
            <a:ext cx="898055" cy="247840"/>
            <a:chOff x="0" y="0"/>
            <a:chExt cx="1197407" cy="3304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7381" cy="330454"/>
            </a:xfrm>
            <a:custGeom>
              <a:avLst/>
              <a:gdLst/>
              <a:ahLst/>
              <a:cxnLst/>
              <a:rect r="r" b="b" t="t" l="l"/>
              <a:pathLst>
                <a:path h="330454" w="1197381">
                  <a:moveTo>
                    <a:pt x="170120" y="0"/>
                  </a:moveTo>
                  <a:lnTo>
                    <a:pt x="1027260" y="0"/>
                  </a:lnTo>
                  <a:cubicBezTo>
                    <a:pt x="1121278" y="0"/>
                    <a:pt x="1197381" y="73914"/>
                    <a:pt x="1197381" y="165227"/>
                  </a:cubicBezTo>
                  <a:lnTo>
                    <a:pt x="1197381" y="330454"/>
                  </a:lnTo>
                  <a:lnTo>
                    <a:pt x="0" y="330454"/>
                  </a:lnTo>
                  <a:lnTo>
                    <a:pt x="0" y="165227"/>
                  </a:lnTo>
                  <a:cubicBezTo>
                    <a:pt x="0" y="73914"/>
                    <a:pt x="76103" y="0"/>
                    <a:pt x="170120" y="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929" y="341820"/>
            <a:ext cx="6476636" cy="746224"/>
            <a:chOff x="0" y="0"/>
            <a:chExt cx="8635515" cy="9949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35509" cy="994958"/>
            </a:xfrm>
            <a:custGeom>
              <a:avLst/>
              <a:gdLst/>
              <a:ahLst/>
              <a:cxnLst/>
              <a:rect r="r" b="b" t="t" l="l"/>
              <a:pathLst>
                <a:path h="994958" w="8635509">
                  <a:moveTo>
                    <a:pt x="0" y="0"/>
                  </a:moveTo>
                  <a:lnTo>
                    <a:pt x="8635509" y="0"/>
                  </a:lnTo>
                  <a:lnTo>
                    <a:pt x="8635509" y="994958"/>
                  </a:lnTo>
                  <a:lnTo>
                    <a:pt x="0" y="99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22" r="9264" b="-8027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8635515" cy="1004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Azure 3-Tier E-Commerce Application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389080" y="209531"/>
            <a:ext cx="1405661" cy="1010802"/>
            <a:chOff x="0" y="0"/>
            <a:chExt cx="692506" cy="4979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2511" cy="497981"/>
            </a:xfrm>
            <a:custGeom>
              <a:avLst/>
              <a:gdLst/>
              <a:ahLst/>
              <a:cxnLst/>
              <a:rect r="r" b="b" t="t" l="l"/>
              <a:pathLst>
                <a:path h="497981" w="692511">
                  <a:moveTo>
                    <a:pt x="0" y="0"/>
                  </a:moveTo>
                  <a:lnTo>
                    <a:pt x="692511" y="0"/>
                  </a:lnTo>
                  <a:lnTo>
                    <a:pt x="692511" y="497981"/>
                  </a:lnTo>
                  <a:lnTo>
                    <a:pt x="0" y="4979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335" t="0" r="8112" b="272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692506" cy="50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08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268696" y="3162810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64590" y="2181735"/>
            <a:ext cx="655882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2"/>
              </a:lnSpc>
              <a:spcBef>
                <a:spcPct val="0"/>
              </a:spcBef>
            </a:pPr>
            <a:r>
              <a:rPr lang="en-US" sz="41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Thank you for your attention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91119" y="9256318"/>
            <a:ext cx="734347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2"/>
              </a:lnSpc>
              <a:spcBef>
                <a:spcPct val="0"/>
              </a:spcBef>
            </a:pPr>
            <a:r>
              <a:rPr lang="en-US" sz="17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Team : Kenan Salmanli, Mahammad Mammadov, Fidail Valiyev , Yusif Vatanli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DAHGAZr1_Zk</dc:identifier>
  <dcterms:modified xsi:type="dcterms:W3CDTF">2011-08-01T06:04:30Z</dcterms:modified>
  <cp:revision>1</cp:revision>
  <dc:title>Single public entry point</dc:title>
</cp:coreProperties>
</file>